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ti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symbol_eu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star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document_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