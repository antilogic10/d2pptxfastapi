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Accelerate interview scheduling and feedback loops
Reduce the overall duration of the selection cycle
Enhance responsiveness to high-potential candidates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existing Talent Pools for cost-effective sourcing
Reduce dependency on expensive external agencies
Empower managers to access pre-vetted candidates
Improve ROI by utilizing historical applicant data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Implement electronic screening within online applications
Apply automated filtering based on role requirements
Utilize competency-based assessments for vetting
Ensure a higher standard of shortlisted applicants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and data entry tasks
Transition to digital, paperless documentation systems
Streamline workflows to optimize recruiter productivity
Centralize process tracking for better oversight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tim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money_intere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filter_and_so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document_ge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