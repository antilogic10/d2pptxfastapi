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sldIdLst>
    <p:sldId id="262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98A43EB-0464-4B09-BCD1-A25FA60F00FC}" v="7" dt="2025-07-01T13:23:07.4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792" autoAdjust="0"/>
    <p:restoredTop sz="94660"/>
  </p:normalViewPr>
  <p:slideViewPr>
    <p:cSldViewPr snapToGrid="0">
      <p:cViewPr varScale="1">
        <p:scale>
          <a:sx n="80" d="100"/>
          <a:sy n="80" d="100"/>
        </p:scale>
        <p:origin x="11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microsoft.com/office/2016/11/relationships/changesInfo" Target="changesInfos/changesInfo1.xml"/><Relationship Id="rId1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ali Mohite" userId="5fa1a947-bdac-4000-8ebe-9ba25b7dd8d4" providerId="ADAL" clId="{F98A43EB-0464-4B09-BCD1-A25FA60F00FC}"/>
    <pc:docChg chg="undo modSld">
      <pc:chgData name="Manali Mohite" userId="5fa1a947-bdac-4000-8ebe-9ba25b7dd8d4" providerId="ADAL" clId="{F98A43EB-0464-4B09-BCD1-A25FA60F00FC}" dt="2025-07-11T12:45:35.088" v="57" actId="255"/>
      <pc:docMkLst>
        <pc:docMk/>
      </pc:docMkLst>
      <pc:sldChg chg="delSp modSp mod">
        <pc:chgData name="Manali Mohite" userId="5fa1a947-bdac-4000-8ebe-9ba25b7dd8d4" providerId="ADAL" clId="{F98A43EB-0464-4B09-BCD1-A25FA60F00FC}" dt="2025-07-11T12:45:35.088" v="57" actId="255"/>
        <pc:sldMkLst>
          <pc:docMk/>
          <pc:sldMk cId="3312478164" sldId="262"/>
        </pc:sldMkLst>
        <pc:spChg chg="mod">
          <ac:chgData name="Manali Mohite" userId="5fa1a947-bdac-4000-8ebe-9ba25b7dd8d4" providerId="ADAL" clId="{F98A43EB-0464-4B09-BCD1-A25FA60F00FC}" dt="2025-07-11T12:45:35.088" v="57" actId="255"/>
          <ac:spMkLst>
            <pc:docMk/>
            <pc:sldMk cId="3312478164" sldId="262"/>
            <ac:spMk id="2" creationId="{3A6927DD-DE6B-ED26-E470-6A4398B8985E}"/>
          </ac:spMkLst>
        </pc:spChg>
        <pc:spChg chg="mod">
          <ac:chgData name="Manali Mohite" userId="5fa1a947-bdac-4000-8ebe-9ba25b7dd8d4" providerId="ADAL" clId="{F98A43EB-0464-4B09-BCD1-A25FA60F00FC}" dt="2025-07-01T13:23:19.776" v="53" actId="207"/>
          <ac:spMkLst>
            <pc:docMk/>
            <pc:sldMk cId="3312478164" sldId="262"/>
            <ac:spMk id="10" creationId="{5207569A-36B2-7370-83D1-A88510562951}"/>
          </ac:spMkLst>
        </pc:spChg>
        <pc:spChg chg="mod">
          <ac:chgData name="Manali Mohite" userId="5fa1a947-bdac-4000-8ebe-9ba25b7dd8d4" providerId="ADAL" clId="{F98A43EB-0464-4B09-BCD1-A25FA60F00FC}" dt="2025-06-24T05:10:30.955" v="12" actId="165"/>
          <ac:spMkLst>
            <pc:docMk/>
            <pc:sldMk cId="3312478164" sldId="262"/>
            <ac:spMk id="15" creationId="{D21C6A81-2EAA-FAC7-1CDB-6244694F0C3E}"/>
          </ac:spMkLst>
        </pc:spChg>
        <pc:spChg chg="mod">
          <ac:chgData name="Manali Mohite" userId="5fa1a947-bdac-4000-8ebe-9ba25b7dd8d4" providerId="ADAL" clId="{F98A43EB-0464-4B09-BCD1-A25FA60F00FC}" dt="2025-06-24T05:10:50.023" v="15" actId="948"/>
          <ac:spMkLst>
            <pc:docMk/>
            <pc:sldMk cId="3312478164" sldId="262"/>
            <ac:spMk id="16" creationId="{AE1142A5-66C6-AE3D-0647-01CC5BA9BCD1}"/>
          </ac:spMkLst>
        </pc:spChg>
        <pc:spChg chg="mod">
          <ac:chgData name="Manali Mohite" userId="5fa1a947-bdac-4000-8ebe-9ba25b7dd8d4" providerId="ADAL" clId="{F98A43EB-0464-4B09-BCD1-A25FA60F00FC}" dt="2025-07-01T13:23:31.532" v="56" actId="2711"/>
          <ac:spMkLst>
            <pc:docMk/>
            <pc:sldMk cId="3312478164" sldId="262"/>
            <ac:spMk id="25" creationId="{98733271-4589-C50D-84C3-9D0D8CBDBA36}"/>
          </ac:spMkLst>
        </pc:spChg>
        <pc:spChg chg="mod topLvl">
          <ac:chgData name="Manali Mohite" userId="5fa1a947-bdac-4000-8ebe-9ba25b7dd8d4" providerId="ADAL" clId="{F98A43EB-0464-4B09-BCD1-A25FA60F00FC}" dt="2025-06-24T05:11:02.636" v="27" actId="12789"/>
          <ac:spMkLst>
            <pc:docMk/>
            <pc:sldMk cId="3312478164" sldId="262"/>
            <ac:spMk id="35" creationId="{CD7AD218-592B-33A3-CB05-8A737FEDE61B}"/>
          </ac:spMkLst>
        </pc:spChg>
        <pc:spChg chg="mod">
          <ac:chgData name="Manali Mohite" userId="5fa1a947-bdac-4000-8ebe-9ba25b7dd8d4" providerId="ADAL" clId="{F98A43EB-0464-4B09-BCD1-A25FA60F00FC}" dt="2025-07-01T13:23:19.776" v="53" actId="207"/>
          <ac:spMkLst>
            <pc:docMk/>
            <pc:sldMk cId="3312478164" sldId="262"/>
            <ac:spMk id="145" creationId="{20EC3B60-7F6A-84E5-CDD4-1E30BB2AF3EE}"/>
          </ac:spMkLst>
        </pc:spChg>
        <pc:spChg chg="mod">
          <ac:chgData name="Manali Mohite" userId="5fa1a947-bdac-4000-8ebe-9ba25b7dd8d4" providerId="ADAL" clId="{F98A43EB-0464-4B09-BCD1-A25FA60F00FC}" dt="2025-07-01T13:23:31.532" v="56" actId="2711"/>
          <ac:spMkLst>
            <pc:docMk/>
            <pc:sldMk cId="3312478164" sldId="262"/>
            <ac:spMk id="147" creationId="{32B3355A-A227-50D8-F7E7-BAF740E99EF6}"/>
          </ac:spMkLst>
        </pc:spChg>
        <pc:spChg chg="mod">
          <ac:chgData name="Manali Mohite" userId="5fa1a947-bdac-4000-8ebe-9ba25b7dd8d4" providerId="ADAL" clId="{F98A43EB-0464-4B09-BCD1-A25FA60F00FC}" dt="2025-06-24T05:10:50.023" v="15" actId="948"/>
          <ac:spMkLst>
            <pc:docMk/>
            <pc:sldMk cId="3312478164" sldId="262"/>
            <ac:spMk id="150" creationId="{3E87E65A-16A3-845E-7AE7-52DC05D70B46}"/>
          </ac:spMkLst>
        </pc:spChg>
        <pc:spChg chg="mod">
          <ac:chgData name="Manali Mohite" userId="5fa1a947-bdac-4000-8ebe-9ba25b7dd8d4" providerId="ADAL" clId="{F98A43EB-0464-4B09-BCD1-A25FA60F00FC}" dt="2025-07-01T13:23:31.532" v="56" actId="2711"/>
          <ac:spMkLst>
            <pc:docMk/>
            <pc:sldMk cId="3312478164" sldId="262"/>
            <ac:spMk id="151" creationId="{1ABD77CF-5F05-96E1-892E-D86D87D73DE7}"/>
          </ac:spMkLst>
        </pc:spChg>
        <pc:spChg chg="mod">
          <ac:chgData name="Manali Mohite" userId="5fa1a947-bdac-4000-8ebe-9ba25b7dd8d4" providerId="ADAL" clId="{F98A43EB-0464-4B09-BCD1-A25FA60F00FC}" dt="2025-07-01T13:23:31.532" v="56" actId="2711"/>
          <ac:spMkLst>
            <pc:docMk/>
            <pc:sldMk cId="3312478164" sldId="262"/>
            <ac:spMk id="153" creationId="{2FD10C4E-8BE5-9C17-5A0F-829EAEA3781D}"/>
          </ac:spMkLst>
        </pc:spChg>
        <pc:spChg chg="mod">
          <ac:chgData name="Manali Mohite" userId="5fa1a947-bdac-4000-8ebe-9ba25b7dd8d4" providerId="ADAL" clId="{F98A43EB-0464-4B09-BCD1-A25FA60F00FC}" dt="2025-07-01T13:23:31.532" v="56" actId="2711"/>
          <ac:spMkLst>
            <pc:docMk/>
            <pc:sldMk cId="3312478164" sldId="262"/>
            <ac:spMk id="155" creationId="{0BC954D3-4E50-3110-107E-891DC2166BE6}"/>
          </ac:spMkLst>
        </pc:spChg>
        <pc:spChg chg="mod">
          <ac:chgData name="Manali Mohite" userId="5fa1a947-bdac-4000-8ebe-9ba25b7dd8d4" providerId="ADAL" clId="{F98A43EB-0464-4B09-BCD1-A25FA60F00FC}" dt="2025-07-01T13:23:31.532" v="56" actId="2711"/>
          <ac:spMkLst>
            <pc:docMk/>
            <pc:sldMk cId="3312478164" sldId="262"/>
            <ac:spMk id="158" creationId="{D8A2BB31-4E93-FBE1-6239-5DD653386291}"/>
          </ac:spMkLst>
        </pc:spChg>
        <pc:spChg chg="mod">
          <ac:chgData name="Manali Mohite" userId="5fa1a947-bdac-4000-8ebe-9ba25b7dd8d4" providerId="ADAL" clId="{F98A43EB-0464-4B09-BCD1-A25FA60F00FC}" dt="2025-07-01T13:23:31.532" v="56" actId="2711"/>
          <ac:spMkLst>
            <pc:docMk/>
            <pc:sldMk cId="3312478164" sldId="262"/>
            <ac:spMk id="159" creationId="{81A11B02-8BD5-7CCC-8DF3-350238BA8E9F}"/>
          </ac:spMkLst>
        </pc:spChg>
        <pc:spChg chg="mod">
          <ac:chgData name="Manali Mohite" userId="5fa1a947-bdac-4000-8ebe-9ba25b7dd8d4" providerId="ADAL" clId="{F98A43EB-0464-4B09-BCD1-A25FA60F00FC}" dt="2025-06-24T05:10:43.144" v="13" actId="207"/>
          <ac:spMkLst>
            <pc:docMk/>
            <pc:sldMk cId="3312478164" sldId="262"/>
            <ac:spMk id="164" creationId="{094311AE-13F4-6842-DC51-FA6F7229A81C}"/>
          </ac:spMkLst>
        </pc:spChg>
        <pc:spChg chg="mod">
          <ac:chgData name="Manali Mohite" userId="5fa1a947-bdac-4000-8ebe-9ba25b7dd8d4" providerId="ADAL" clId="{F98A43EB-0464-4B09-BCD1-A25FA60F00FC}" dt="2025-06-24T05:10:50.023" v="15" actId="948"/>
          <ac:spMkLst>
            <pc:docMk/>
            <pc:sldMk cId="3312478164" sldId="262"/>
            <ac:spMk id="166" creationId="{80B86941-928D-D7FF-584B-F9313D84B738}"/>
          </ac:spMkLst>
        </pc:spChg>
        <pc:spChg chg="mod">
          <ac:chgData name="Manali Mohite" userId="5fa1a947-bdac-4000-8ebe-9ba25b7dd8d4" providerId="ADAL" clId="{F98A43EB-0464-4B09-BCD1-A25FA60F00FC}" dt="2025-06-24T05:10:30.955" v="12" actId="165"/>
          <ac:spMkLst>
            <pc:docMk/>
            <pc:sldMk cId="3312478164" sldId="262"/>
            <ac:spMk id="167" creationId="{6690CB05-E50E-A040-FC55-638E285AFAD9}"/>
          </ac:spMkLst>
        </pc:spChg>
        <pc:spChg chg="mod">
          <ac:chgData name="Manali Mohite" userId="5fa1a947-bdac-4000-8ebe-9ba25b7dd8d4" providerId="ADAL" clId="{F98A43EB-0464-4B09-BCD1-A25FA60F00FC}" dt="2025-07-01T13:23:31.532" v="56" actId="2711"/>
          <ac:spMkLst>
            <pc:docMk/>
            <pc:sldMk cId="3312478164" sldId="262"/>
            <ac:spMk id="169" creationId="{EE57407F-98A2-BDCD-D6D7-726251A88618}"/>
          </ac:spMkLst>
        </pc:spChg>
        <pc:spChg chg="mod">
          <ac:chgData name="Manali Mohite" userId="5fa1a947-bdac-4000-8ebe-9ba25b7dd8d4" providerId="ADAL" clId="{F98A43EB-0464-4B09-BCD1-A25FA60F00FC}" dt="2025-07-01T13:23:31.532" v="56" actId="2711"/>
          <ac:spMkLst>
            <pc:docMk/>
            <pc:sldMk cId="3312478164" sldId="262"/>
            <ac:spMk id="170" creationId="{D810BE83-8A9E-164C-C5D8-E3F8C394F0E3}"/>
          </ac:spMkLst>
        </pc:spChg>
        <pc:spChg chg="mod topLvl">
          <ac:chgData name="Manali Mohite" userId="5fa1a947-bdac-4000-8ebe-9ba25b7dd8d4" providerId="ADAL" clId="{F98A43EB-0464-4B09-BCD1-A25FA60F00FC}" dt="2025-07-01T13:23:19.776" v="53" actId="207"/>
          <ac:spMkLst>
            <pc:docMk/>
            <pc:sldMk cId="3312478164" sldId="262"/>
            <ac:spMk id="171" creationId="{74E5F9AC-69DD-03A6-10D8-276EB512C245}"/>
          </ac:spMkLst>
        </pc:spChg>
        <pc:spChg chg="mod">
          <ac:chgData name="Manali Mohite" userId="5fa1a947-bdac-4000-8ebe-9ba25b7dd8d4" providerId="ADAL" clId="{F98A43EB-0464-4B09-BCD1-A25FA60F00FC}" dt="2025-07-01T13:23:19.776" v="53" actId="207"/>
          <ac:spMkLst>
            <pc:docMk/>
            <pc:sldMk cId="3312478164" sldId="262"/>
            <ac:spMk id="172" creationId="{580917B5-89EE-3E09-6908-4CAB6DBC28FD}"/>
          </ac:spMkLst>
        </pc:spChg>
        <pc:spChg chg="mod">
          <ac:chgData name="Manali Mohite" userId="5fa1a947-bdac-4000-8ebe-9ba25b7dd8d4" providerId="ADAL" clId="{F98A43EB-0464-4B09-BCD1-A25FA60F00FC}" dt="2025-06-24T05:11:13.376" v="31" actId="555"/>
          <ac:spMkLst>
            <pc:docMk/>
            <pc:sldMk cId="3312478164" sldId="262"/>
            <ac:spMk id="173" creationId="{243AD2D2-6B81-74B5-F6EB-A5629D7A6423}"/>
          </ac:spMkLst>
        </pc:spChg>
        <pc:spChg chg="mod topLvl">
          <ac:chgData name="Manali Mohite" userId="5fa1a947-bdac-4000-8ebe-9ba25b7dd8d4" providerId="ADAL" clId="{F98A43EB-0464-4B09-BCD1-A25FA60F00FC}" dt="2025-06-24T05:11:16.365" v="32" actId="20577"/>
          <ac:spMkLst>
            <pc:docMk/>
            <pc:sldMk cId="3312478164" sldId="262"/>
            <ac:spMk id="174" creationId="{966E4BAA-3678-C75D-C010-85E568711A0F}"/>
          </ac:spMkLst>
        </pc:spChg>
        <pc:spChg chg="mod">
          <ac:chgData name="Manali Mohite" userId="5fa1a947-bdac-4000-8ebe-9ba25b7dd8d4" providerId="ADAL" clId="{F98A43EB-0464-4B09-BCD1-A25FA60F00FC}" dt="2025-06-24T05:11:18.256" v="33" actId="20577"/>
          <ac:spMkLst>
            <pc:docMk/>
            <pc:sldMk cId="3312478164" sldId="262"/>
            <ac:spMk id="175" creationId="{F007990A-6B93-F9D8-4ADB-C57E759EAB43}"/>
          </ac:spMkLst>
        </pc:spChg>
        <pc:spChg chg="mod">
          <ac:chgData name="Manali Mohite" userId="5fa1a947-bdac-4000-8ebe-9ba25b7dd8d4" providerId="ADAL" clId="{F98A43EB-0464-4B09-BCD1-A25FA60F00FC}" dt="2025-06-24T05:11:20.035" v="34" actId="20577"/>
          <ac:spMkLst>
            <pc:docMk/>
            <pc:sldMk cId="3312478164" sldId="262"/>
            <ac:spMk id="176" creationId="{E2FD2A0B-CC21-356A-8F72-46F89AC2C2DB}"/>
          </ac:spMkLst>
        </pc:spChg>
        <pc:spChg chg="mod">
          <ac:chgData name="Manali Mohite" userId="5fa1a947-bdac-4000-8ebe-9ba25b7dd8d4" providerId="ADAL" clId="{F98A43EB-0464-4B09-BCD1-A25FA60F00FC}" dt="2025-06-24T05:10:30.955" v="12" actId="165"/>
          <ac:spMkLst>
            <pc:docMk/>
            <pc:sldMk cId="3312478164" sldId="262"/>
            <ac:spMk id="178" creationId="{1CE3D37B-4263-0E93-EEF5-918ED7B63212}"/>
          </ac:spMkLst>
        </pc:spChg>
        <pc:spChg chg="mod">
          <ac:chgData name="Manali Mohite" userId="5fa1a947-bdac-4000-8ebe-9ba25b7dd8d4" providerId="ADAL" clId="{F98A43EB-0464-4B09-BCD1-A25FA60F00FC}" dt="2025-07-01T13:23:31.532" v="56" actId="2711"/>
          <ac:spMkLst>
            <pc:docMk/>
            <pc:sldMk cId="3312478164" sldId="262"/>
            <ac:spMk id="179" creationId="{592EDB9C-9A73-8748-7F81-CA24F094CBDB}"/>
          </ac:spMkLst>
        </pc:spChg>
        <pc:spChg chg="mod">
          <ac:chgData name="Manali Mohite" userId="5fa1a947-bdac-4000-8ebe-9ba25b7dd8d4" providerId="ADAL" clId="{F98A43EB-0464-4B09-BCD1-A25FA60F00FC}" dt="2025-06-24T05:10:50.023" v="15" actId="948"/>
          <ac:spMkLst>
            <pc:docMk/>
            <pc:sldMk cId="3312478164" sldId="262"/>
            <ac:spMk id="181" creationId="{90C71E20-C0CB-1C18-73C3-E3D1CF11EE8E}"/>
          </ac:spMkLst>
        </pc:spChg>
        <pc:spChg chg="mod">
          <ac:chgData name="Manali Mohite" userId="5fa1a947-bdac-4000-8ebe-9ba25b7dd8d4" providerId="ADAL" clId="{F98A43EB-0464-4B09-BCD1-A25FA60F00FC}" dt="2025-06-24T05:10:50.023" v="15" actId="948"/>
          <ac:spMkLst>
            <pc:docMk/>
            <pc:sldMk cId="3312478164" sldId="262"/>
            <ac:spMk id="182" creationId="{82745830-805F-816C-4B73-5085C9468AD6}"/>
          </ac:spMkLst>
        </pc:spChg>
        <pc:spChg chg="mod">
          <ac:chgData name="Manali Mohite" userId="5fa1a947-bdac-4000-8ebe-9ba25b7dd8d4" providerId="ADAL" clId="{F98A43EB-0464-4B09-BCD1-A25FA60F00FC}" dt="2025-06-24T05:10:50.023" v="15" actId="948"/>
          <ac:spMkLst>
            <pc:docMk/>
            <pc:sldMk cId="3312478164" sldId="262"/>
            <ac:spMk id="184" creationId="{C9664B7B-EDCD-5BC9-086C-7730C8104D08}"/>
          </ac:spMkLst>
        </pc:spChg>
        <pc:spChg chg="mod">
          <ac:chgData name="Manali Mohite" userId="5fa1a947-bdac-4000-8ebe-9ba25b7dd8d4" providerId="ADAL" clId="{F98A43EB-0464-4B09-BCD1-A25FA60F00FC}" dt="2025-06-24T05:10:50.023" v="15" actId="948"/>
          <ac:spMkLst>
            <pc:docMk/>
            <pc:sldMk cId="3312478164" sldId="262"/>
            <ac:spMk id="185" creationId="{E1461637-542F-6F90-043D-73F28E4EE138}"/>
          </ac:spMkLst>
        </pc:spChg>
        <pc:spChg chg="mod">
          <ac:chgData name="Manali Mohite" userId="5fa1a947-bdac-4000-8ebe-9ba25b7dd8d4" providerId="ADAL" clId="{F98A43EB-0464-4B09-BCD1-A25FA60F00FC}" dt="2025-06-24T05:10:46.078" v="14" actId="207"/>
          <ac:spMkLst>
            <pc:docMk/>
            <pc:sldMk cId="3312478164" sldId="262"/>
            <ac:spMk id="187" creationId="{46A472E3-723C-7AF9-4D9D-5DF83C30ED31}"/>
          </ac:spMkLst>
        </pc:spChg>
        <pc:spChg chg="mod">
          <ac:chgData name="Manali Mohite" userId="5fa1a947-bdac-4000-8ebe-9ba25b7dd8d4" providerId="ADAL" clId="{F98A43EB-0464-4B09-BCD1-A25FA60F00FC}" dt="2025-06-24T05:10:50.023" v="15" actId="948"/>
          <ac:spMkLst>
            <pc:docMk/>
            <pc:sldMk cId="3312478164" sldId="262"/>
            <ac:spMk id="188" creationId="{D0A4D2A5-2326-0E73-5EF4-84C4E7B199DD}"/>
          </ac:spMkLst>
        </pc:spChg>
        <pc:grpChg chg="mod">
          <ac:chgData name="Manali Mohite" userId="5fa1a947-bdac-4000-8ebe-9ba25b7dd8d4" providerId="ADAL" clId="{F98A43EB-0464-4B09-BCD1-A25FA60F00FC}" dt="2025-06-24T05:10:52.475" v="17" actId="1076"/>
          <ac:grpSpMkLst>
            <pc:docMk/>
            <pc:sldMk cId="3312478164" sldId="262"/>
            <ac:grpSpMk id="186" creationId="{89A615B7-33D3-4C48-530C-A30943A88675}"/>
          </ac:grpSpMkLst>
        </pc:gr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0FB5D7-9D07-452B-99B7-E2212EAD1E99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71DAAF-4032-4BF4-8AE1-4CD2664F7BA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48224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E66EB-E144-D99C-4447-9FEB1B21E3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71431B-4B38-EA6A-2A13-1539859F88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F2217F-74CC-7D75-7159-F8F74B6E5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04BA8-63A1-45DE-95BC-9B64C824F7E5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1A56B8-E869-B156-64EE-8550E80BE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9866AA-E92D-7991-E652-BFAED74C3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4E4C4-594C-45B2-9DAF-BC5019AC6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94797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E4279-2F91-8F9C-927D-BEA82AD71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495BE3-8F0A-180D-F754-0E14059EEB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26AD2C-18C3-F4C2-2C82-241BCA9A5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04BA8-63A1-45DE-95BC-9B64C824F7E5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E6F4C5-C67F-AEB2-C8FA-01FA3469C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E06079-9D2C-B05A-53F6-79AE0122F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4E4C4-594C-45B2-9DAF-BC5019AC6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35572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BAFFB-B244-4C4F-5F6D-C03AF648D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093D77-B429-9738-476A-89139BCAB4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36BF5F-439E-08CF-8471-C890CD129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04BA8-63A1-45DE-95BC-9B64C824F7E5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845B90-0AFF-E41E-0C7D-25576543D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2F8A35-BC4D-A0C2-0780-4CFB989C9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4E4C4-594C-45B2-9DAF-BC5019AC6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89284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E09D7-2AFF-04C6-20D8-1775FF710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D2B765-499F-7193-3C1F-C746C14375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8D2E2A-FF32-EA79-DA35-DE385B1746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C0F9A8-9576-4A86-95BE-7EAF3D6C9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04BA8-63A1-45DE-95BC-9B64C824F7E5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26A32B-EBED-103D-8459-7846A9D6D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A9FCE1-E446-D1E0-8936-FAFA83AEE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4E4C4-594C-45B2-9DAF-BC5019AC6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8046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7B8AA-DFFE-D28D-D8F8-FF6607168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32D609-C376-BDBE-1BA4-F812C3126B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8084E3-0BC7-694A-F30C-066F831123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0D4171-F11C-4275-20DE-D02D436CF9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2F2376-2D6F-2240-FB8E-E1FB943E97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4B8CE6-861B-BEB7-AD6B-0083CD0C8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04BA8-63A1-45DE-95BC-9B64C824F7E5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32581F-7292-6A2B-354D-3AC3ED0D0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6251F9-5A28-277F-4FC5-2F8493135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4E4C4-594C-45B2-9DAF-BC5019AC6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67351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0FF81-55BF-5228-4ED9-F58EB3E83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DF0CC7-6123-06C7-2A03-995F3E1D5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04BA8-63A1-45DE-95BC-9B64C824F7E5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F0648F-660C-BA8B-CAFD-06FA3F9D6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70D379-0087-2B08-1597-C0F1FB9EB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4E4C4-594C-45B2-9DAF-BC5019AC6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3761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D630EC-44BE-C2BA-A398-E192678C7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04BA8-63A1-45DE-95BC-9B64C824F7E5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3DB53D-69E3-E4B1-407B-61D269309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8C46E8-DDD8-B5D1-27B4-4256095D8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4E4C4-594C-45B2-9DAF-BC5019AC6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4338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E0383-75A1-92B7-89FA-928AA0A01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10B0B6-FE1A-F6FC-C0A1-7260561202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CD3D79-9A2F-A468-1017-6C760E85FB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2ACFC6-D7FF-33DB-0570-70276AEFA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04BA8-63A1-45DE-95BC-9B64C824F7E5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A43A1F-B9BD-96F9-B85C-00688C81F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7F6073-7D12-4684-6494-708E6AFE6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4E4C4-594C-45B2-9DAF-BC5019AC6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38552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D80BC-78A3-9237-01B2-17B9E0623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22E525-5BB9-601A-A150-4EB1A1976F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48DA60-CD59-1F5D-405B-9937CA6D93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63A725-7BE0-72B7-E2B8-38ADF390B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04BA8-63A1-45DE-95BC-9B64C824F7E5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FB93C6-783A-27D7-921B-81606D130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80EED6-6798-76F5-2279-6680D2D45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4E4C4-594C-45B2-9DAF-BC5019AC6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12696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02576-AC45-78FA-12B8-693438C58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024375-132A-4CDB-3BCA-294F1CA5DD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AFDDB-7D3D-0DB3-4CCF-EAFF58ACC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04BA8-63A1-45DE-95BC-9B64C824F7E5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8FD79F-D502-C77E-202D-0A42AA7A0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724D42-2C76-4A33-B7AD-56692F158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4E4C4-594C-45B2-9DAF-BC5019AC6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58090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0BCD2F-7698-3E88-8B0D-2C9D2B8661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399C85-0A0E-516C-2EA6-D58419D62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475FD2-68C1-33A4-43DA-0B441786B1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04BA8-63A1-45DE-95BC-9B64C824F7E5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3908CA-7D22-D409-BB91-F4E9EC578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080516-94C5-B3B4-50BD-ADD728C74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4E4C4-594C-45B2-9DAF-BC5019AC6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89668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A18102-58A6-4EEC-ED70-9A3A93B10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2769FD-F443-F2F9-2D3E-D1AB311A13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800C5D-68E5-21CD-6DCC-ED8BD2B283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004BA8-63A1-45DE-95BC-9B64C824F7E5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CCADB0-7162-DAEE-8C0D-D74B921C7A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2E2EA9-1E6E-23D5-669E-90021946D9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F4E4C4-594C-45B2-9DAF-BC5019AC6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0821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microsoft.com/office/2007/relationships/hdphoto" Target="../media/hdphoto1.wdp"/><Relationship Id="rId4" Type="http://schemas.openxmlformats.org/officeDocument/2006/relationships/image" Target="../media/image2.png"/><Relationship Id="rId5" Type="http://schemas.microsoft.com/office/2007/relationships/hdphoto" Target="../media/hdphoto2.wdp"/><Relationship Id="rId6" Type="http://schemas.openxmlformats.org/officeDocument/2006/relationships/image" Target="../media/image3.png"/><Relationship Id="rId7" Type="http://schemas.microsoft.com/office/2007/relationships/hdphoto" Target="../media/hdphoto3.wdp"/><Relationship Id="rId8" Type="http://schemas.openxmlformats.org/officeDocument/2006/relationships/image" Target="../media/image4.png"/><Relationship Id="rId9" Type="http://schemas.microsoft.com/office/2007/relationships/hdphoto" Target="../media/hdphoto4.wdp"/><Relationship Id="rId10" Type="http://schemas.openxmlformats.org/officeDocument/2006/relationships/image" Target="../media/image5.png"/><Relationship Id="rId11" Type="http://schemas.openxmlformats.org/officeDocument/2006/relationships/image" Target="../media/image6.png"/><Relationship Id="rId12" Type="http://schemas.openxmlformats.org/officeDocument/2006/relationships/image" Target="../media/image7.png"/><Relationship Id="rId1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A6927DD-DE6B-ED26-E470-6A4398B8985E}"/>
              </a:ext>
            </a:extLst>
          </p:cNvPr>
          <p:cNvSpPr txBox="1"/>
          <p:nvPr/>
        </p:nvSpPr>
        <p:spPr>
          <a:xfrm>
            <a:off x="554182" y="265355"/>
            <a:ext cx="1108363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i="0" dirty="0">
                <a:effectLst/>
                <a:latin typeface="+mj-lt"/>
              </a:rPr>
              <a:t>Recruitment Process Improvement</a:t>
            </a:r>
            <a:endParaRPr lang="en-US" sz="3600" b="1" dirty="0">
              <a:latin typeface="+mj-lt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207569A-36B2-7370-83D1-A88510562951}"/>
              </a:ext>
            </a:extLst>
          </p:cNvPr>
          <p:cNvSpPr/>
          <p:nvPr/>
        </p:nvSpPr>
        <p:spPr>
          <a:xfrm>
            <a:off x="2552555" y="3680764"/>
            <a:ext cx="622503" cy="718937"/>
          </a:xfrm>
          <a:custGeom>
            <a:avLst/>
            <a:gdLst>
              <a:gd name="connsiteX0" fmla="*/ 493605 w 493604"/>
              <a:gd name="connsiteY0" fmla="*/ 285036 h 570070"/>
              <a:gd name="connsiteX1" fmla="*/ 0 w 493604"/>
              <a:gd name="connsiteY1" fmla="*/ 0 h 570070"/>
              <a:gd name="connsiteX2" fmla="*/ 0 w 493604"/>
              <a:gd name="connsiteY2" fmla="*/ 570071 h 570070"/>
              <a:gd name="connsiteX3" fmla="*/ 493605 w 493604"/>
              <a:gd name="connsiteY3" fmla="*/ 285036 h 570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3604" h="570070">
                <a:moveTo>
                  <a:pt x="493605" y="285036"/>
                </a:moveTo>
                <a:lnTo>
                  <a:pt x="0" y="0"/>
                </a:lnTo>
                <a:lnTo>
                  <a:pt x="0" y="570071"/>
                </a:lnTo>
                <a:lnTo>
                  <a:pt x="493605" y="285036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85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4" name="Graphic 3">
            <a:extLst>
              <a:ext uri="{FF2B5EF4-FFF2-40B4-BE49-F238E27FC236}">
                <a16:creationId xmlns:a16="http://schemas.microsoft.com/office/drawing/2014/main" id="{247F5DE3-D390-8B47-E8B6-ACE2045E518C}"/>
              </a:ext>
            </a:extLst>
          </p:cNvPr>
          <p:cNvGrpSpPr/>
          <p:nvPr/>
        </p:nvGrpSpPr>
        <p:grpSpPr>
          <a:xfrm>
            <a:off x="2169302" y="2070288"/>
            <a:ext cx="127246" cy="31135"/>
            <a:chOff x="3146031" y="2416502"/>
            <a:chExt cx="100898" cy="24688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21C6A81-2EAA-FAC7-1CDB-6244694F0C3E}"/>
                </a:ext>
              </a:extLst>
            </p:cNvPr>
            <p:cNvSpPr/>
            <p:nvPr/>
          </p:nvSpPr>
          <p:spPr>
            <a:xfrm>
              <a:off x="3146031" y="2416502"/>
              <a:ext cx="72351" cy="19116"/>
            </a:xfrm>
            <a:custGeom>
              <a:avLst/>
              <a:gdLst>
                <a:gd name="connsiteX0" fmla="*/ 59322 w 72351"/>
                <a:gd name="connsiteY0" fmla="*/ 18688 h 19116"/>
                <a:gd name="connsiteX1" fmla="*/ 0 w 72351"/>
                <a:gd name="connsiteY1" fmla="*/ 0 h 19116"/>
                <a:gd name="connsiteX2" fmla="*/ 13116 w 72351"/>
                <a:gd name="connsiteY2" fmla="*/ 429 h 19116"/>
                <a:gd name="connsiteX3" fmla="*/ 72352 w 72351"/>
                <a:gd name="connsiteY3" fmla="*/ 19117 h 19116"/>
                <a:gd name="connsiteX4" fmla="*/ 59322 w 72351"/>
                <a:gd name="connsiteY4" fmla="*/ 18688 h 19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351" h="19116">
                  <a:moveTo>
                    <a:pt x="59322" y="18688"/>
                  </a:moveTo>
                  <a:lnTo>
                    <a:pt x="0" y="0"/>
                  </a:lnTo>
                  <a:cubicBezTo>
                    <a:pt x="4458" y="0"/>
                    <a:pt x="8573" y="0"/>
                    <a:pt x="13116" y="429"/>
                  </a:cubicBezTo>
                  <a:lnTo>
                    <a:pt x="72352" y="19117"/>
                  </a:lnTo>
                  <a:cubicBezTo>
                    <a:pt x="68066" y="19117"/>
                    <a:pt x="63779" y="18602"/>
                    <a:pt x="59322" y="18688"/>
                  </a:cubicBezTo>
                </a:path>
              </a:pathLst>
            </a:custGeom>
            <a:solidFill>
              <a:srgbClr val="949494"/>
            </a:solidFill>
            <a:ln w="8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E1142A5-66C6-AE3D-0647-01CC5BA9BCD1}"/>
                </a:ext>
              </a:extLst>
            </p:cNvPr>
            <p:cNvSpPr/>
            <p:nvPr/>
          </p:nvSpPr>
          <p:spPr>
            <a:xfrm>
              <a:off x="3159147" y="2416930"/>
              <a:ext cx="87782" cy="24260"/>
            </a:xfrm>
            <a:custGeom>
              <a:avLst/>
              <a:gdLst>
                <a:gd name="connsiteX0" fmla="*/ 59236 w 87782"/>
                <a:gd name="connsiteY0" fmla="*/ 18688 h 24260"/>
                <a:gd name="connsiteX1" fmla="*/ 0 w 87782"/>
                <a:gd name="connsiteY1" fmla="*/ 0 h 24260"/>
                <a:gd name="connsiteX2" fmla="*/ 28461 w 87782"/>
                <a:gd name="connsiteY2" fmla="*/ 5572 h 24260"/>
                <a:gd name="connsiteX3" fmla="*/ 87782 w 87782"/>
                <a:gd name="connsiteY3" fmla="*/ 24260 h 24260"/>
                <a:gd name="connsiteX4" fmla="*/ 59236 w 87782"/>
                <a:gd name="connsiteY4" fmla="*/ 18688 h 24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782" h="24260">
                  <a:moveTo>
                    <a:pt x="59236" y="18688"/>
                  </a:moveTo>
                  <a:lnTo>
                    <a:pt x="0" y="0"/>
                  </a:lnTo>
                  <a:cubicBezTo>
                    <a:pt x="9670" y="754"/>
                    <a:pt x="19220" y="2623"/>
                    <a:pt x="28461" y="5572"/>
                  </a:cubicBezTo>
                  <a:lnTo>
                    <a:pt x="87782" y="24260"/>
                  </a:lnTo>
                  <a:cubicBezTo>
                    <a:pt x="78516" y="21311"/>
                    <a:pt x="68931" y="19442"/>
                    <a:pt x="59236" y="18688"/>
                  </a:cubicBezTo>
                </a:path>
              </a:pathLst>
            </a:custGeom>
            <a:solidFill>
              <a:srgbClr val="999999"/>
            </a:solidFill>
            <a:ln w="8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98733271-4589-C50D-84C3-9D0D8CBDBA36}"/>
              </a:ext>
            </a:extLst>
          </p:cNvPr>
          <p:cNvSpPr/>
          <p:nvPr/>
        </p:nvSpPr>
        <p:spPr>
          <a:xfrm>
            <a:off x="241674" y="2093847"/>
            <a:ext cx="2197911" cy="3892772"/>
          </a:xfrm>
          <a:custGeom>
            <a:avLst/>
            <a:gdLst>
              <a:gd name="connsiteX0" fmla="*/ 1587803 w 1742798"/>
              <a:gd name="connsiteY0" fmla="*/ 6 h 3086712"/>
              <a:gd name="connsiteX1" fmla="*/ 1722811 w 1742798"/>
              <a:gd name="connsiteY1" fmla="*/ 132443 h 3086712"/>
              <a:gd name="connsiteX2" fmla="*/ 1722820 w 1742798"/>
              <a:gd name="connsiteY2" fmla="*/ 133652 h 3086712"/>
              <a:gd name="connsiteX3" fmla="*/ 1742794 w 1742798"/>
              <a:gd name="connsiteY3" fmla="*/ 2923486 h 3086712"/>
              <a:gd name="connsiteX4" fmla="*/ 1609663 w 1742798"/>
              <a:gd name="connsiteY4" fmla="*/ 3061675 h 3086712"/>
              <a:gd name="connsiteX5" fmla="*/ 154995 w 1742798"/>
              <a:gd name="connsiteY5" fmla="*/ 3086707 h 3086712"/>
              <a:gd name="connsiteX6" fmla="*/ 19984 w 1742798"/>
              <a:gd name="connsiteY6" fmla="*/ 2954270 h 3086712"/>
              <a:gd name="connsiteX7" fmla="*/ 19978 w 1742798"/>
              <a:gd name="connsiteY7" fmla="*/ 2953061 h 3086712"/>
              <a:gd name="connsiteX8" fmla="*/ 4 w 1742798"/>
              <a:gd name="connsiteY8" fmla="*/ 163312 h 3086712"/>
              <a:gd name="connsiteX9" fmla="*/ 133135 w 1742798"/>
              <a:gd name="connsiteY9" fmla="*/ 25124 h 3086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42798" h="3086712">
                <a:moveTo>
                  <a:pt x="1587803" y="6"/>
                </a:moveTo>
                <a:cubicBezTo>
                  <a:pt x="1661655" y="-705"/>
                  <a:pt x="1722100" y="58591"/>
                  <a:pt x="1722811" y="132443"/>
                </a:cubicBezTo>
                <a:cubicBezTo>
                  <a:pt x="1722820" y="132846"/>
                  <a:pt x="1722820" y="133249"/>
                  <a:pt x="1722820" y="133652"/>
                </a:cubicBezTo>
                <a:lnTo>
                  <a:pt x="1742794" y="2923486"/>
                </a:lnTo>
                <a:cubicBezTo>
                  <a:pt x="1743385" y="2998092"/>
                  <a:pt x="1684235" y="3059489"/>
                  <a:pt x="1609663" y="3061675"/>
                </a:cubicBezTo>
                <a:lnTo>
                  <a:pt x="154995" y="3086707"/>
                </a:lnTo>
                <a:cubicBezTo>
                  <a:pt x="81141" y="3087418"/>
                  <a:pt x="20695" y="3028122"/>
                  <a:pt x="19984" y="2954270"/>
                </a:cubicBezTo>
                <a:cubicBezTo>
                  <a:pt x="19981" y="2953867"/>
                  <a:pt x="19978" y="2953464"/>
                  <a:pt x="19978" y="2953061"/>
                </a:cubicBezTo>
                <a:lnTo>
                  <a:pt x="4" y="163312"/>
                </a:lnTo>
                <a:cubicBezTo>
                  <a:pt x="-587" y="88706"/>
                  <a:pt x="58561" y="27310"/>
                  <a:pt x="133135" y="25124"/>
                </a:cubicBezTo>
                <a:close/>
              </a:path>
            </a:pathLst>
          </a:custGeom>
          <a:solidFill>
            <a:schemeClr val="bg1"/>
          </a:solidFill>
          <a:ln w="8572" cap="flat">
            <a:noFill/>
            <a:prstDash val="solid"/>
            <a:miter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CD7AD218-592B-33A3-CB05-8A737FEDE61B}"/>
              </a:ext>
            </a:extLst>
          </p:cNvPr>
          <p:cNvSpPr/>
          <p:nvPr/>
        </p:nvSpPr>
        <p:spPr>
          <a:xfrm>
            <a:off x="241674" y="2778307"/>
            <a:ext cx="2180281" cy="754724"/>
          </a:xfrm>
          <a:custGeom>
            <a:avLst/>
            <a:gdLst>
              <a:gd name="connsiteX0" fmla="*/ 1703613 w 1703612"/>
              <a:gd name="connsiteY0" fmla="*/ 0 h 598446"/>
              <a:gd name="connsiteX1" fmla="*/ 1702499 w 1703612"/>
              <a:gd name="connsiteY1" fmla="*/ 330041 h 598446"/>
              <a:gd name="connsiteX2" fmla="*/ 1506017 w 1703612"/>
              <a:gd name="connsiteY2" fmla="*/ 580358 h 598446"/>
              <a:gd name="connsiteX3" fmla="*/ 0 w 1703612"/>
              <a:gd name="connsiteY3" fmla="*/ 598446 h 598446"/>
              <a:gd name="connsiteX4" fmla="*/ 1114 w 1703612"/>
              <a:gd name="connsiteY4" fmla="*/ 268491 h 598446"/>
              <a:gd name="connsiteX5" fmla="*/ 197596 w 1703612"/>
              <a:gd name="connsiteY5" fmla="*/ 18174 h 5984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03612" h="598446">
                <a:moveTo>
                  <a:pt x="1703613" y="0"/>
                </a:moveTo>
                <a:lnTo>
                  <a:pt x="1702499" y="330041"/>
                </a:lnTo>
                <a:cubicBezTo>
                  <a:pt x="1702070" y="466344"/>
                  <a:pt x="1613602" y="578644"/>
                  <a:pt x="1506017" y="580358"/>
                </a:cubicBezTo>
                <a:lnTo>
                  <a:pt x="0" y="598446"/>
                </a:lnTo>
                <a:lnTo>
                  <a:pt x="1114" y="268491"/>
                </a:lnTo>
                <a:cubicBezTo>
                  <a:pt x="1629" y="132102"/>
                  <a:pt x="90011" y="19459"/>
                  <a:pt x="197596" y="18174"/>
                </a:cubicBezTo>
                <a:close/>
              </a:path>
            </a:pathLst>
          </a:custGeom>
          <a:solidFill>
            <a:schemeClr val="accent1"/>
          </a:solidFill>
          <a:ln w="85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5" name="Freeform: Shape 144">
            <a:extLst>
              <a:ext uri="{FF2B5EF4-FFF2-40B4-BE49-F238E27FC236}">
                <a16:creationId xmlns:a16="http://schemas.microsoft.com/office/drawing/2014/main" id="{20EC3B60-7F6A-84E5-CDD4-1E30BB2AF3EE}"/>
              </a:ext>
            </a:extLst>
          </p:cNvPr>
          <p:cNvSpPr/>
          <p:nvPr/>
        </p:nvSpPr>
        <p:spPr>
          <a:xfrm>
            <a:off x="5598909" y="3680764"/>
            <a:ext cx="622503" cy="718937"/>
          </a:xfrm>
          <a:custGeom>
            <a:avLst/>
            <a:gdLst>
              <a:gd name="connsiteX0" fmla="*/ 493605 w 493604"/>
              <a:gd name="connsiteY0" fmla="*/ 285036 h 570070"/>
              <a:gd name="connsiteX1" fmla="*/ 0 w 493604"/>
              <a:gd name="connsiteY1" fmla="*/ 0 h 570070"/>
              <a:gd name="connsiteX2" fmla="*/ 0 w 493604"/>
              <a:gd name="connsiteY2" fmla="*/ 570071 h 570070"/>
              <a:gd name="connsiteX3" fmla="*/ 493605 w 493604"/>
              <a:gd name="connsiteY3" fmla="*/ 285036 h 570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3604" h="570070">
                <a:moveTo>
                  <a:pt x="493605" y="285036"/>
                </a:moveTo>
                <a:lnTo>
                  <a:pt x="0" y="0"/>
                </a:lnTo>
                <a:lnTo>
                  <a:pt x="0" y="570071"/>
                </a:lnTo>
                <a:lnTo>
                  <a:pt x="493605" y="285036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85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46" name="Graphic 3">
            <a:extLst>
              <a:ext uri="{FF2B5EF4-FFF2-40B4-BE49-F238E27FC236}">
                <a16:creationId xmlns:a16="http://schemas.microsoft.com/office/drawing/2014/main" id="{6A5A8544-0965-3654-EB5F-97DCEE2FD92C}"/>
              </a:ext>
            </a:extLst>
          </p:cNvPr>
          <p:cNvGrpSpPr/>
          <p:nvPr/>
        </p:nvGrpSpPr>
        <p:grpSpPr>
          <a:xfrm>
            <a:off x="5215656" y="2070288"/>
            <a:ext cx="127246" cy="31135"/>
            <a:chOff x="3146031" y="2416502"/>
            <a:chExt cx="100898" cy="24688"/>
          </a:xfrm>
        </p:grpSpPr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3E87E65A-16A3-845E-7AE7-52DC05D70B46}"/>
                </a:ext>
              </a:extLst>
            </p:cNvPr>
            <p:cNvSpPr/>
            <p:nvPr/>
          </p:nvSpPr>
          <p:spPr>
            <a:xfrm>
              <a:off x="3146031" y="2416502"/>
              <a:ext cx="72351" cy="19116"/>
            </a:xfrm>
            <a:custGeom>
              <a:avLst/>
              <a:gdLst>
                <a:gd name="connsiteX0" fmla="*/ 59322 w 72351"/>
                <a:gd name="connsiteY0" fmla="*/ 18688 h 19116"/>
                <a:gd name="connsiteX1" fmla="*/ 0 w 72351"/>
                <a:gd name="connsiteY1" fmla="*/ 0 h 19116"/>
                <a:gd name="connsiteX2" fmla="*/ 13116 w 72351"/>
                <a:gd name="connsiteY2" fmla="*/ 429 h 19116"/>
                <a:gd name="connsiteX3" fmla="*/ 72352 w 72351"/>
                <a:gd name="connsiteY3" fmla="*/ 19117 h 19116"/>
                <a:gd name="connsiteX4" fmla="*/ 59322 w 72351"/>
                <a:gd name="connsiteY4" fmla="*/ 18688 h 19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351" h="19116">
                  <a:moveTo>
                    <a:pt x="59322" y="18688"/>
                  </a:moveTo>
                  <a:lnTo>
                    <a:pt x="0" y="0"/>
                  </a:lnTo>
                  <a:cubicBezTo>
                    <a:pt x="4458" y="0"/>
                    <a:pt x="8573" y="0"/>
                    <a:pt x="13116" y="429"/>
                  </a:cubicBezTo>
                  <a:lnTo>
                    <a:pt x="72352" y="19117"/>
                  </a:lnTo>
                  <a:cubicBezTo>
                    <a:pt x="68066" y="19117"/>
                    <a:pt x="63779" y="18602"/>
                    <a:pt x="59322" y="18688"/>
                  </a:cubicBezTo>
                </a:path>
              </a:pathLst>
            </a:custGeom>
            <a:solidFill>
              <a:srgbClr val="949494"/>
            </a:solidFill>
            <a:ln w="8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1ABD77CF-5F05-96E1-892E-D86D87D73DE7}"/>
                </a:ext>
              </a:extLst>
            </p:cNvPr>
            <p:cNvSpPr/>
            <p:nvPr/>
          </p:nvSpPr>
          <p:spPr>
            <a:xfrm>
              <a:off x="3159147" y="2416930"/>
              <a:ext cx="87782" cy="24260"/>
            </a:xfrm>
            <a:custGeom>
              <a:avLst/>
              <a:gdLst>
                <a:gd name="connsiteX0" fmla="*/ 59236 w 87782"/>
                <a:gd name="connsiteY0" fmla="*/ 18688 h 24260"/>
                <a:gd name="connsiteX1" fmla="*/ 0 w 87782"/>
                <a:gd name="connsiteY1" fmla="*/ 0 h 24260"/>
                <a:gd name="connsiteX2" fmla="*/ 28461 w 87782"/>
                <a:gd name="connsiteY2" fmla="*/ 5572 h 24260"/>
                <a:gd name="connsiteX3" fmla="*/ 87782 w 87782"/>
                <a:gd name="connsiteY3" fmla="*/ 24260 h 24260"/>
                <a:gd name="connsiteX4" fmla="*/ 59236 w 87782"/>
                <a:gd name="connsiteY4" fmla="*/ 18688 h 24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782" h="24260">
                  <a:moveTo>
                    <a:pt x="59236" y="18688"/>
                  </a:moveTo>
                  <a:lnTo>
                    <a:pt x="0" y="0"/>
                  </a:lnTo>
                  <a:cubicBezTo>
                    <a:pt x="9670" y="754"/>
                    <a:pt x="19220" y="2623"/>
                    <a:pt x="28461" y="5572"/>
                  </a:cubicBezTo>
                  <a:lnTo>
                    <a:pt x="87782" y="24260"/>
                  </a:lnTo>
                  <a:cubicBezTo>
                    <a:pt x="78516" y="21311"/>
                    <a:pt x="68931" y="19442"/>
                    <a:pt x="59236" y="18688"/>
                  </a:cubicBezTo>
                </a:path>
              </a:pathLst>
            </a:custGeom>
            <a:solidFill>
              <a:srgbClr val="999999"/>
            </a:solidFill>
            <a:ln w="8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147" name="Freeform: Shape 146">
            <a:extLst>
              <a:ext uri="{FF2B5EF4-FFF2-40B4-BE49-F238E27FC236}">
                <a16:creationId xmlns:a16="http://schemas.microsoft.com/office/drawing/2014/main" id="{32B3355A-A227-50D8-F7E7-BAF740E99EF6}"/>
              </a:ext>
            </a:extLst>
          </p:cNvPr>
          <p:cNvSpPr/>
          <p:nvPr/>
        </p:nvSpPr>
        <p:spPr>
          <a:xfrm>
            <a:off x="3288028" y="2093847"/>
            <a:ext cx="2197911" cy="3892772"/>
          </a:xfrm>
          <a:custGeom>
            <a:avLst/>
            <a:gdLst>
              <a:gd name="connsiteX0" fmla="*/ 1587803 w 1742798"/>
              <a:gd name="connsiteY0" fmla="*/ 6 h 3086712"/>
              <a:gd name="connsiteX1" fmla="*/ 1722811 w 1742798"/>
              <a:gd name="connsiteY1" fmla="*/ 132443 h 3086712"/>
              <a:gd name="connsiteX2" fmla="*/ 1722820 w 1742798"/>
              <a:gd name="connsiteY2" fmla="*/ 133652 h 3086712"/>
              <a:gd name="connsiteX3" fmla="*/ 1742794 w 1742798"/>
              <a:gd name="connsiteY3" fmla="*/ 2923486 h 3086712"/>
              <a:gd name="connsiteX4" fmla="*/ 1609663 w 1742798"/>
              <a:gd name="connsiteY4" fmla="*/ 3061675 h 3086712"/>
              <a:gd name="connsiteX5" fmla="*/ 154995 w 1742798"/>
              <a:gd name="connsiteY5" fmla="*/ 3086707 h 3086712"/>
              <a:gd name="connsiteX6" fmla="*/ 19984 w 1742798"/>
              <a:gd name="connsiteY6" fmla="*/ 2954270 h 3086712"/>
              <a:gd name="connsiteX7" fmla="*/ 19978 w 1742798"/>
              <a:gd name="connsiteY7" fmla="*/ 2953061 h 3086712"/>
              <a:gd name="connsiteX8" fmla="*/ 4 w 1742798"/>
              <a:gd name="connsiteY8" fmla="*/ 163312 h 3086712"/>
              <a:gd name="connsiteX9" fmla="*/ 133135 w 1742798"/>
              <a:gd name="connsiteY9" fmla="*/ 25124 h 3086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42798" h="3086712">
                <a:moveTo>
                  <a:pt x="1587803" y="6"/>
                </a:moveTo>
                <a:cubicBezTo>
                  <a:pt x="1661655" y="-705"/>
                  <a:pt x="1722100" y="58591"/>
                  <a:pt x="1722811" y="132443"/>
                </a:cubicBezTo>
                <a:cubicBezTo>
                  <a:pt x="1722820" y="132846"/>
                  <a:pt x="1722820" y="133249"/>
                  <a:pt x="1722820" y="133652"/>
                </a:cubicBezTo>
                <a:lnTo>
                  <a:pt x="1742794" y="2923486"/>
                </a:lnTo>
                <a:cubicBezTo>
                  <a:pt x="1743385" y="2998092"/>
                  <a:pt x="1684235" y="3059489"/>
                  <a:pt x="1609663" y="3061675"/>
                </a:cubicBezTo>
                <a:lnTo>
                  <a:pt x="154995" y="3086707"/>
                </a:lnTo>
                <a:cubicBezTo>
                  <a:pt x="81141" y="3087418"/>
                  <a:pt x="20695" y="3028122"/>
                  <a:pt x="19984" y="2954270"/>
                </a:cubicBezTo>
                <a:cubicBezTo>
                  <a:pt x="19981" y="2953867"/>
                  <a:pt x="19978" y="2953464"/>
                  <a:pt x="19978" y="2953061"/>
                </a:cubicBezTo>
                <a:lnTo>
                  <a:pt x="4" y="163312"/>
                </a:lnTo>
                <a:cubicBezTo>
                  <a:pt x="-587" y="88706"/>
                  <a:pt x="58561" y="27310"/>
                  <a:pt x="133135" y="25124"/>
                </a:cubicBezTo>
                <a:close/>
              </a:path>
            </a:pathLst>
          </a:custGeom>
          <a:solidFill>
            <a:schemeClr val="bg1"/>
          </a:solidFill>
          <a:ln w="8572" cap="flat">
            <a:noFill/>
            <a:prstDash val="solid"/>
            <a:miter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8" name="Freeform: Shape 147">
            <a:extLst>
              <a:ext uri="{FF2B5EF4-FFF2-40B4-BE49-F238E27FC236}">
                <a16:creationId xmlns:a16="http://schemas.microsoft.com/office/drawing/2014/main" id="{1D2A944A-4EE9-B136-F0FE-8C73B7BB9EEB}"/>
              </a:ext>
            </a:extLst>
          </p:cNvPr>
          <p:cNvSpPr/>
          <p:nvPr/>
        </p:nvSpPr>
        <p:spPr>
          <a:xfrm>
            <a:off x="3288028" y="2778307"/>
            <a:ext cx="2180281" cy="754724"/>
          </a:xfrm>
          <a:custGeom>
            <a:avLst/>
            <a:gdLst>
              <a:gd name="connsiteX0" fmla="*/ 1703613 w 1703612"/>
              <a:gd name="connsiteY0" fmla="*/ 0 h 598446"/>
              <a:gd name="connsiteX1" fmla="*/ 1702499 w 1703612"/>
              <a:gd name="connsiteY1" fmla="*/ 330041 h 598446"/>
              <a:gd name="connsiteX2" fmla="*/ 1506017 w 1703612"/>
              <a:gd name="connsiteY2" fmla="*/ 580358 h 598446"/>
              <a:gd name="connsiteX3" fmla="*/ 0 w 1703612"/>
              <a:gd name="connsiteY3" fmla="*/ 598446 h 598446"/>
              <a:gd name="connsiteX4" fmla="*/ 1114 w 1703612"/>
              <a:gd name="connsiteY4" fmla="*/ 268491 h 598446"/>
              <a:gd name="connsiteX5" fmla="*/ 197596 w 1703612"/>
              <a:gd name="connsiteY5" fmla="*/ 18174 h 5984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03612" h="598446">
                <a:moveTo>
                  <a:pt x="1703613" y="0"/>
                </a:moveTo>
                <a:lnTo>
                  <a:pt x="1702499" y="330041"/>
                </a:lnTo>
                <a:cubicBezTo>
                  <a:pt x="1702070" y="466344"/>
                  <a:pt x="1613602" y="578644"/>
                  <a:pt x="1506017" y="580358"/>
                </a:cubicBezTo>
                <a:lnTo>
                  <a:pt x="0" y="598446"/>
                </a:lnTo>
                <a:lnTo>
                  <a:pt x="1114" y="268491"/>
                </a:lnTo>
                <a:cubicBezTo>
                  <a:pt x="1629" y="132102"/>
                  <a:pt x="90011" y="19459"/>
                  <a:pt x="197596" y="18174"/>
                </a:cubicBezTo>
                <a:close/>
              </a:path>
            </a:pathLst>
          </a:custGeom>
          <a:solidFill>
            <a:schemeClr val="accent2"/>
          </a:solidFill>
          <a:ln w="85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53" name="Freeform: Shape 152">
            <a:extLst>
              <a:ext uri="{FF2B5EF4-FFF2-40B4-BE49-F238E27FC236}">
                <a16:creationId xmlns:a16="http://schemas.microsoft.com/office/drawing/2014/main" id="{2FD10C4E-8BE5-9C17-5A0F-829EAEA3781D}"/>
              </a:ext>
            </a:extLst>
          </p:cNvPr>
          <p:cNvSpPr/>
          <p:nvPr/>
        </p:nvSpPr>
        <p:spPr>
          <a:xfrm>
            <a:off x="8645263" y="3680764"/>
            <a:ext cx="622503" cy="718937"/>
          </a:xfrm>
          <a:custGeom>
            <a:avLst/>
            <a:gdLst>
              <a:gd name="connsiteX0" fmla="*/ 493605 w 493604"/>
              <a:gd name="connsiteY0" fmla="*/ 285036 h 570070"/>
              <a:gd name="connsiteX1" fmla="*/ 0 w 493604"/>
              <a:gd name="connsiteY1" fmla="*/ 0 h 570070"/>
              <a:gd name="connsiteX2" fmla="*/ 0 w 493604"/>
              <a:gd name="connsiteY2" fmla="*/ 570071 h 570070"/>
              <a:gd name="connsiteX3" fmla="*/ 493605 w 493604"/>
              <a:gd name="connsiteY3" fmla="*/ 285036 h 570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3604" h="570070">
                <a:moveTo>
                  <a:pt x="493605" y="285036"/>
                </a:moveTo>
                <a:lnTo>
                  <a:pt x="0" y="0"/>
                </a:lnTo>
                <a:lnTo>
                  <a:pt x="0" y="570071"/>
                </a:lnTo>
                <a:lnTo>
                  <a:pt x="493605" y="285036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85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54" name="Graphic 3">
            <a:extLst>
              <a:ext uri="{FF2B5EF4-FFF2-40B4-BE49-F238E27FC236}">
                <a16:creationId xmlns:a16="http://schemas.microsoft.com/office/drawing/2014/main" id="{DD8B396C-D876-FBB7-EC64-F1AD4463896D}"/>
              </a:ext>
            </a:extLst>
          </p:cNvPr>
          <p:cNvGrpSpPr/>
          <p:nvPr/>
        </p:nvGrpSpPr>
        <p:grpSpPr>
          <a:xfrm>
            <a:off x="8262010" y="2070288"/>
            <a:ext cx="127246" cy="31135"/>
            <a:chOff x="3146031" y="2416502"/>
            <a:chExt cx="100898" cy="24688"/>
          </a:xfrm>
        </p:grpSpPr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D8A2BB31-4E93-FBE1-6239-5DD653386291}"/>
                </a:ext>
              </a:extLst>
            </p:cNvPr>
            <p:cNvSpPr/>
            <p:nvPr/>
          </p:nvSpPr>
          <p:spPr>
            <a:xfrm>
              <a:off x="3146031" y="2416502"/>
              <a:ext cx="72351" cy="19116"/>
            </a:xfrm>
            <a:custGeom>
              <a:avLst/>
              <a:gdLst>
                <a:gd name="connsiteX0" fmla="*/ 59322 w 72351"/>
                <a:gd name="connsiteY0" fmla="*/ 18688 h 19116"/>
                <a:gd name="connsiteX1" fmla="*/ 0 w 72351"/>
                <a:gd name="connsiteY1" fmla="*/ 0 h 19116"/>
                <a:gd name="connsiteX2" fmla="*/ 13116 w 72351"/>
                <a:gd name="connsiteY2" fmla="*/ 429 h 19116"/>
                <a:gd name="connsiteX3" fmla="*/ 72352 w 72351"/>
                <a:gd name="connsiteY3" fmla="*/ 19117 h 19116"/>
                <a:gd name="connsiteX4" fmla="*/ 59322 w 72351"/>
                <a:gd name="connsiteY4" fmla="*/ 18688 h 19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351" h="19116">
                  <a:moveTo>
                    <a:pt x="59322" y="18688"/>
                  </a:moveTo>
                  <a:lnTo>
                    <a:pt x="0" y="0"/>
                  </a:lnTo>
                  <a:cubicBezTo>
                    <a:pt x="4458" y="0"/>
                    <a:pt x="8573" y="0"/>
                    <a:pt x="13116" y="429"/>
                  </a:cubicBezTo>
                  <a:lnTo>
                    <a:pt x="72352" y="19117"/>
                  </a:lnTo>
                  <a:cubicBezTo>
                    <a:pt x="68066" y="19117"/>
                    <a:pt x="63779" y="18602"/>
                    <a:pt x="59322" y="18688"/>
                  </a:cubicBezTo>
                </a:path>
              </a:pathLst>
            </a:custGeom>
            <a:solidFill>
              <a:srgbClr val="949494"/>
            </a:solidFill>
            <a:ln w="8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81A11B02-8BD5-7CCC-8DF3-350238BA8E9F}"/>
                </a:ext>
              </a:extLst>
            </p:cNvPr>
            <p:cNvSpPr/>
            <p:nvPr/>
          </p:nvSpPr>
          <p:spPr>
            <a:xfrm>
              <a:off x="3159147" y="2416930"/>
              <a:ext cx="87782" cy="24260"/>
            </a:xfrm>
            <a:custGeom>
              <a:avLst/>
              <a:gdLst>
                <a:gd name="connsiteX0" fmla="*/ 59236 w 87782"/>
                <a:gd name="connsiteY0" fmla="*/ 18688 h 24260"/>
                <a:gd name="connsiteX1" fmla="*/ 0 w 87782"/>
                <a:gd name="connsiteY1" fmla="*/ 0 h 24260"/>
                <a:gd name="connsiteX2" fmla="*/ 28461 w 87782"/>
                <a:gd name="connsiteY2" fmla="*/ 5572 h 24260"/>
                <a:gd name="connsiteX3" fmla="*/ 87782 w 87782"/>
                <a:gd name="connsiteY3" fmla="*/ 24260 h 24260"/>
                <a:gd name="connsiteX4" fmla="*/ 59236 w 87782"/>
                <a:gd name="connsiteY4" fmla="*/ 18688 h 24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782" h="24260">
                  <a:moveTo>
                    <a:pt x="59236" y="18688"/>
                  </a:moveTo>
                  <a:lnTo>
                    <a:pt x="0" y="0"/>
                  </a:lnTo>
                  <a:cubicBezTo>
                    <a:pt x="9670" y="754"/>
                    <a:pt x="19220" y="2623"/>
                    <a:pt x="28461" y="5572"/>
                  </a:cubicBezTo>
                  <a:lnTo>
                    <a:pt x="87782" y="24260"/>
                  </a:lnTo>
                  <a:cubicBezTo>
                    <a:pt x="78516" y="21311"/>
                    <a:pt x="68931" y="19442"/>
                    <a:pt x="59236" y="18688"/>
                  </a:cubicBezTo>
                </a:path>
              </a:pathLst>
            </a:custGeom>
            <a:solidFill>
              <a:srgbClr val="999999"/>
            </a:solidFill>
            <a:ln w="8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155" name="Freeform: Shape 154">
            <a:extLst>
              <a:ext uri="{FF2B5EF4-FFF2-40B4-BE49-F238E27FC236}">
                <a16:creationId xmlns:a16="http://schemas.microsoft.com/office/drawing/2014/main" id="{0BC954D3-4E50-3110-107E-891DC2166BE6}"/>
              </a:ext>
            </a:extLst>
          </p:cNvPr>
          <p:cNvSpPr/>
          <p:nvPr/>
        </p:nvSpPr>
        <p:spPr>
          <a:xfrm>
            <a:off x="6334382" y="2093847"/>
            <a:ext cx="2197911" cy="3892772"/>
          </a:xfrm>
          <a:custGeom>
            <a:avLst/>
            <a:gdLst>
              <a:gd name="connsiteX0" fmla="*/ 1587803 w 1742798"/>
              <a:gd name="connsiteY0" fmla="*/ 6 h 3086712"/>
              <a:gd name="connsiteX1" fmla="*/ 1722811 w 1742798"/>
              <a:gd name="connsiteY1" fmla="*/ 132443 h 3086712"/>
              <a:gd name="connsiteX2" fmla="*/ 1722820 w 1742798"/>
              <a:gd name="connsiteY2" fmla="*/ 133652 h 3086712"/>
              <a:gd name="connsiteX3" fmla="*/ 1742794 w 1742798"/>
              <a:gd name="connsiteY3" fmla="*/ 2923486 h 3086712"/>
              <a:gd name="connsiteX4" fmla="*/ 1609663 w 1742798"/>
              <a:gd name="connsiteY4" fmla="*/ 3061675 h 3086712"/>
              <a:gd name="connsiteX5" fmla="*/ 154995 w 1742798"/>
              <a:gd name="connsiteY5" fmla="*/ 3086707 h 3086712"/>
              <a:gd name="connsiteX6" fmla="*/ 19984 w 1742798"/>
              <a:gd name="connsiteY6" fmla="*/ 2954270 h 3086712"/>
              <a:gd name="connsiteX7" fmla="*/ 19978 w 1742798"/>
              <a:gd name="connsiteY7" fmla="*/ 2953061 h 3086712"/>
              <a:gd name="connsiteX8" fmla="*/ 4 w 1742798"/>
              <a:gd name="connsiteY8" fmla="*/ 163312 h 3086712"/>
              <a:gd name="connsiteX9" fmla="*/ 133135 w 1742798"/>
              <a:gd name="connsiteY9" fmla="*/ 25124 h 3086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42798" h="3086712">
                <a:moveTo>
                  <a:pt x="1587803" y="6"/>
                </a:moveTo>
                <a:cubicBezTo>
                  <a:pt x="1661655" y="-705"/>
                  <a:pt x="1722100" y="58591"/>
                  <a:pt x="1722811" y="132443"/>
                </a:cubicBezTo>
                <a:cubicBezTo>
                  <a:pt x="1722820" y="132846"/>
                  <a:pt x="1722820" y="133249"/>
                  <a:pt x="1722820" y="133652"/>
                </a:cubicBezTo>
                <a:lnTo>
                  <a:pt x="1742794" y="2923486"/>
                </a:lnTo>
                <a:cubicBezTo>
                  <a:pt x="1743385" y="2998092"/>
                  <a:pt x="1684235" y="3059489"/>
                  <a:pt x="1609663" y="3061675"/>
                </a:cubicBezTo>
                <a:lnTo>
                  <a:pt x="154995" y="3086707"/>
                </a:lnTo>
                <a:cubicBezTo>
                  <a:pt x="81141" y="3087418"/>
                  <a:pt x="20695" y="3028122"/>
                  <a:pt x="19984" y="2954270"/>
                </a:cubicBezTo>
                <a:cubicBezTo>
                  <a:pt x="19981" y="2953867"/>
                  <a:pt x="19978" y="2953464"/>
                  <a:pt x="19978" y="2953061"/>
                </a:cubicBezTo>
                <a:lnTo>
                  <a:pt x="4" y="163312"/>
                </a:lnTo>
                <a:cubicBezTo>
                  <a:pt x="-587" y="88706"/>
                  <a:pt x="58561" y="27310"/>
                  <a:pt x="133135" y="25124"/>
                </a:cubicBezTo>
                <a:close/>
              </a:path>
            </a:pathLst>
          </a:custGeom>
          <a:solidFill>
            <a:schemeClr val="bg1"/>
          </a:solidFill>
          <a:ln w="8572" cap="flat">
            <a:noFill/>
            <a:prstDash val="solid"/>
            <a:miter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56" name="Freeform: Shape 155">
            <a:extLst>
              <a:ext uri="{FF2B5EF4-FFF2-40B4-BE49-F238E27FC236}">
                <a16:creationId xmlns:a16="http://schemas.microsoft.com/office/drawing/2014/main" id="{2AC37331-D574-A11E-6F36-6111EE32C417}"/>
              </a:ext>
            </a:extLst>
          </p:cNvPr>
          <p:cNvSpPr/>
          <p:nvPr/>
        </p:nvSpPr>
        <p:spPr>
          <a:xfrm>
            <a:off x="6334382" y="2778307"/>
            <a:ext cx="2180281" cy="754724"/>
          </a:xfrm>
          <a:custGeom>
            <a:avLst/>
            <a:gdLst>
              <a:gd name="connsiteX0" fmla="*/ 1703613 w 1703612"/>
              <a:gd name="connsiteY0" fmla="*/ 0 h 598446"/>
              <a:gd name="connsiteX1" fmla="*/ 1702499 w 1703612"/>
              <a:gd name="connsiteY1" fmla="*/ 330041 h 598446"/>
              <a:gd name="connsiteX2" fmla="*/ 1506017 w 1703612"/>
              <a:gd name="connsiteY2" fmla="*/ 580358 h 598446"/>
              <a:gd name="connsiteX3" fmla="*/ 0 w 1703612"/>
              <a:gd name="connsiteY3" fmla="*/ 598446 h 598446"/>
              <a:gd name="connsiteX4" fmla="*/ 1114 w 1703612"/>
              <a:gd name="connsiteY4" fmla="*/ 268491 h 598446"/>
              <a:gd name="connsiteX5" fmla="*/ 197596 w 1703612"/>
              <a:gd name="connsiteY5" fmla="*/ 18174 h 5984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03612" h="598446">
                <a:moveTo>
                  <a:pt x="1703613" y="0"/>
                </a:moveTo>
                <a:lnTo>
                  <a:pt x="1702499" y="330041"/>
                </a:lnTo>
                <a:cubicBezTo>
                  <a:pt x="1702070" y="466344"/>
                  <a:pt x="1613602" y="578644"/>
                  <a:pt x="1506017" y="580358"/>
                </a:cubicBezTo>
                <a:lnTo>
                  <a:pt x="0" y="598446"/>
                </a:lnTo>
                <a:lnTo>
                  <a:pt x="1114" y="268491"/>
                </a:lnTo>
                <a:cubicBezTo>
                  <a:pt x="1629" y="132102"/>
                  <a:pt x="90011" y="19459"/>
                  <a:pt x="197596" y="18174"/>
                </a:cubicBezTo>
                <a:close/>
              </a:path>
            </a:pathLst>
          </a:custGeom>
          <a:solidFill>
            <a:schemeClr val="accent3"/>
          </a:solidFill>
          <a:ln w="85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62" name="Graphic 3">
            <a:extLst>
              <a:ext uri="{FF2B5EF4-FFF2-40B4-BE49-F238E27FC236}">
                <a16:creationId xmlns:a16="http://schemas.microsoft.com/office/drawing/2014/main" id="{4F7E5F1C-A41E-26F0-5DEC-C61D6F34F9F6}"/>
              </a:ext>
            </a:extLst>
          </p:cNvPr>
          <p:cNvGrpSpPr/>
          <p:nvPr/>
        </p:nvGrpSpPr>
        <p:grpSpPr>
          <a:xfrm>
            <a:off x="11308364" y="2070288"/>
            <a:ext cx="127246" cy="31135"/>
            <a:chOff x="3146031" y="2416502"/>
            <a:chExt cx="100898" cy="24688"/>
          </a:xfrm>
        </p:grpSpPr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80B86941-928D-D7FF-584B-F9313D84B738}"/>
                </a:ext>
              </a:extLst>
            </p:cNvPr>
            <p:cNvSpPr/>
            <p:nvPr/>
          </p:nvSpPr>
          <p:spPr>
            <a:xfrm>
              <a:off x="3146031" y="2416502"/>
              <a:ext cx="72351" cy="19116"/>
            </a:xfrm>
            <a:custGeom>
              <a:avLst/>
              <a:gdLst>
                <a:gd name="connsiteX0" fmla="*/ 59322 w 72351"/>
                <a:gd name="connsiteY0" fmla="*/ 18688 h 19116"/>
                <a:gd name="connsiteX1" fmla="*/ 0 w 72351"/>
                <a:gd name="connsiteY1" fmla="*/ 0 h 19116"/>
                <a:gd name="connsiteX2" fmla="*/ 13116 w 72351"/>
                <a:gd name="connsiteY2" fmla="*/ 429 h 19116"/>
                <a:gd name="connsiteX3" fmla="*/ 72352 w 72351"/>
                <a:gd name="connsiteY3" fmla="*/ 19117 h 19116"/>
                <a:gd name="connsiteX4" fmla="*/ 59322 w 72351"/>
                <a:gd name="connsiteY4" fmla="*/ 18688 h 19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351" h="19116">
                  <a:moveTo>
                    <a:pt x="59322" y="18688"/>
                  </a:moveTo>
                  <a:lnTo>
                    <a:pt x="0" y="0"/>
                  </a:lnTo>
                  <a:cubicBezTo>
                    <a:pt x="4458" y="0"/>
                    <a:pt x="8573" y="0"/>
                    <a:pt x="13116" y="429"/>
                  </a:cubicBezTo>
                  <a:lnTo>
                    <a:pt x="72352" y="19117"/>
                  </a:lnTo>
                  <a:cubicBezTo>
                    <a:pt x="68066" y="19117"/>
                    <a:pt x="63779" y="18602"/>
                    <a:pt x="59322" y="18688"/>
                  </a:cubicBezTo>
                </a:path>
              </a:pathLst>
            </a:custGeom>
            <a:solidFill>
              <a:srgbClr val="949494"/>
            </a:solidFill>
            <a:ln w="8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6690CB05-E50E-A040-FC55-638E285AFAD9}"/>
                </a:ext>
              </a:extLst>
            </p:cNvPr>
            <p:cNvSpPr/>
            <p:nvPr/>
          </p:nvSpPr>
          <p:spPr>
            <a:xfrm>
              <a:off x="3159147" y="2416930"/>
              <a:ext cx="87782" cy="24260"/>
            </a:xfrm>
            <a:custGeom>
              <a:avLst/>
              <a:gdLst>
                <a:gd name="connsiteX0" fmla="*/ 59236 w 87782"/>
                <a:gd name="connsiteY0" fmla="*/ 18688 h 24260"/>
                <a:gd name="connsiteX1" fmla="*/ 0 w 87782"/>
                <a:gd name="connsiteY1" fmla="*/ 0 h 24260"/>
                <a:gd name="connsiteX2" fmla="*/ 28461 w 87782"/>
                <a:gd name="connsiteY2" fmla="*/ 5572 h 24260"/>
                <a:gd name="connsiteX3" fmla="*/ 87782 w 87782"/>
                <a:gd name="connsiteY3" fmla="*/ 24260 h 24260"/>
                <a:gd name="connsiteX4" fmla="*/ 59236 w 87782"/>
                <a:gd name="connsiteY4" fmla="*/ 18688 h 24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782" h="24260">
                  <a:moveTo>
                    <a:pt x="59236" y="18688"/>
                  </a:moveTo>
                  <a:lnTo>
                    <a:pt x="0" y="0"/>
                  </a:lnTo>
                  <a:cubicBezTo>
                    <a:pt x="9670" y="754"/>
                    <a:pt x="19220" y="2623"/>
                    <a:pt x="28461" y="5572"/>
                  </a:cubicBezTo>
                  <a:lnTo>
                    <a:pt x="87782" y="24260"/>
                  </a:lnTo>
                  <a:cubicBezTo>
                    <a:pt x="78516" y="21311"/>
                    <a:pt x="68931" y="19442"/>
                    <a:pt x="59236" y="18688"/>
                  </a:cubicBezTo>
                </a:path>
              </a:pathLst>
            </a:custGeom>
            <a:solidFill>
              <a:srgbClr val="999999"/>
            </a:solidFill>
            <a:ln w="8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163" name="Freeform: Shape 162">
            <a:extLst>
              <a:ext uri="{FF2B5EF4-FFF2-40B4-BE49-F238E27FC236}">
                <a16:creationId xmlns:a16="http://schemas.microsoft.com/office/drawing/2014/main" id="{432E48DE-935D-137B-4E74-2246F6493C36}"/>
              </a:ext>
            </a:extLst>
          </p:cNvPr>
          <p:cNvSpPr/>
          <p:nvPr/>
        </p:nvSpPr>
        <p:spPr>
          <a:xfrm>
            <a:off x="9380736" y="2093847"/>
            <a:ext cx="2197911" cy="3892772"/>
          </a:xfrm>
          <a:custGeom>
            <a:avLst/>
            <a:gdLst>
              <a:gd name="connsiteX0" fmla="*/ 1587803 w 1742798"/>
              <a:gd name="connsiteY0" fmla="*/ 6 h 3086712"/>
              <a:gd name="connsiteX1" fmla="*/ 1722811 w 1742798"/>
              <a:gd name="connsiteY1" fmla="*/ 132443 h 3086712"/>
              <a:gd name="connsiteX2" fmla="*/ 1722820 w 1742798"/>
              <a:gd name="connsiteY2" fmla="*/ 133652 h 3086712"/>
              <a:gd name="connsiteX3" fmla="*/ 1742794 w 1742798"/>
              <a:gd name="connsiteY3" fmla="*/ 2923486 h 3086712"/>
              <a:gd name="connsiteX4" fmla="*/ 1609663 w 1742798"/>
              <a:gd name="connsiteY4" fmla="*/ 3061675 h 3086712"/>
              <a:gd name="connsiteX5" fmla="*/ 154995 w 1742798"/>
              <a:gd name="connsiteY5" fmla="*/ 3086707 h 3086712"/>
              <a:gd name="connsiteX6" fmla="*/ 19984 w 1742798"/>
              <a:gd name="connsiteY6" fmla="*/ 2954270 h 3086712"/>
              <a:gd name="connsiteX7" fmla="*/ 19978 w 1742798"/>
              <a:gd name="connsiteY7" fmla="*/ 2953061 h 3086712"/>
              <a:gd name="connsiteX8" fmla="*/ 4 w 1742798"/>
              <a:gd name="connsiteY8" fmla="*/ 163312 h 3086712"/>
              <a:gd name="connsiteX9" fmla="*/ 133135 w 1742798"/>
              <a:gd name="connsiteY9" fmla="*/ 25124 h 3086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42798" h="3086712">
                <a:moveTo>
                  <a:pt x="1587803" y="6"/>
                </a:moveTo>
                <a:cubicBezTo>
                  <a:pt x="1661655" y="-705"/>
                  <a:pt x="1722100" y="58591"/>
                  <a:pt x="1722811" y="132443"/>
                </a:cubicBezTo>
                <a:cubicBezTo>
                  <a:pt x="1722820" y="132846"/>
                  <a:pt x="1722820" y="133249"/>
                  <a:pt x="1722820" y="133652"/>
                </a:cubicBezTo>
                <a:lnTo>
                  <a:pt x="1742794" y="2923486"/>
                </a:lnTo>
                <a:cubicBezTo>
                  <a:pt x="1743385" y="2998092"/>
                  <a:pt x="1684235" y="3059489"/>
                  <a:pt x="1609663" y="3061675"/>
                </a:cubicBezTo>
                <a:lnTo>
                  <a:pt x="154995" y="3086707"/>
                </a:lnTo>
                <a:cubicBezTo>
                  <a:pt x="81141" y="3087418"/>
                  <a:pt x="20695" y="3028122"/>
                  <a:pt x="19984" y="2954270"/>
                </a:cubicBezTo>
                <a:cubicBezTo>
                  <a:pt x="19981" y="2953867"/>
                  <a:pt x="19978" y="2953464"/>
                  <a:pt x="19978" y="2953061"/>
                </a:cubicBezTo>
                <a:lnTo>
                  <a:pt x="4" y="163312"/>
                </a:lnTo>
                <a:cubicBezTo>
                  <a:pt x="-587" y="88706"/>
                  <a:pt x="58561" y="27310"/>
                  <a:pt x="133135" y="25124"/>
                </a:cubicBezTo>
                <a:close/>
              </a:path>
            </a:pathLst>
          </a:custGeom>
          <a:solidFill>
            <a:schemeClr val="bg1"/>
          </a:solidFill>
          <a:ln w="8572" cap="flat">
            <a:noFill/>
            <a:prstDash val="solid"/>
            <a:miter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64" name="Freeform: Shape 163">
            <a:extLst>
              <a:ext uri="{FF2B5EF4-FFF2-40B4-BE49-F238E27FC236}">
                <a16:creationId xmlns:a16="http://schemas.microsoft.com/office/drawing/2014/main" id="{094311AE-13F4-6842-DC51-FA6F7229A81C}"/>
              </a:ext>
            </a:extLst>
          </p:cNvPr>
          <p:cNvSpPr/>
          <p:nvPr/>
        </p:nvSpPr>
        <p:spPr>
          <a:xfrm>
            <a:off x="9380736" y="2778307"/>
            <a:ext cx="2180281" cy="754724"/>
          </a:xfrm>
          <a:custGeom>
            <a:avLst/>
            <a:gdLst>
              <a:gd name="connsiteX0" fmla="*/ 1703613 w 1703612"/>
              <a:gd name="connsiteY0" fmla="*/ 0 h 598446"/>
              <a:gd name="connsiteX1" fmla="*/ 1702499 w 1703612"/>
              <a:gd name="connsiteY1" fmla="*/ 330041 h 598446"/>
              <a:gd name="connsiteX2" fmla="*/ 1506017 w 1703612"/>
              <a:gd name="connsiteY2" fmla="*/ 580358 h 598446"/>
              <a:gd name="connsiteX3" fmla="*/ 0 w 1703612"/>
              <a:gd name="connsiteY3" fmla="*/ 598446 h 598446"/>
              <a:gd name="connsiteX4" fmla="*/ 1114 w 1703612"/>
              <a:gd name="connsiteY4" fmla="*/ 268491 h 598446"/>
              <a:gd name="connsiteX5" fmla="*/ 197596 w 1703612"/>
              <a:gd name="connsiteY5" fmla="*/ 18174 h 5984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03612" h="598446">
                <a:moveTo>
                  <a:pt x="1703613" y="0"/>
                </a:moveTo>
                <a:lnTo>
                  <a:pt x="1702499" y="330041"/>
                </a:lnTo>
                <a:cubicBezTo>
                  <a:pt x="1702070" y="466344"/>
                  <a:pt x="1613602" y="578644"/>
                  <a:pt x="1506017" y="580358"/>
                </a:cubicBezTo>
                <a:lnTo>
                  <a:pt x="0" y="598446"/>
                </a:lnTo>
                <a:lnTo>
                  <a:pt x="1114" y="268491"/>
                </a:lnTo>
                <a:cubicBezTo>
                  <a:pt x="1629" y="132102"/>
                  <a:pt x="90011" y="19459"/>
                  <a:pt x="197596" y="18174"/>
                </a:cubicBezTo>
                <a:close/>
              </a:path>
            </a:pathLst>
          </a:custGeom>
          <a:solidFill>
            <a:schemeClr val="accent4"/>
          </a:solidFill>
          <a:ln w="85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EE57407F-98A2-BDCD-D6D7-726251A88618}"/>
              </a:ext>
            </a:extLst>
          </p:cNvPr>
          <p:cNvSpPr txBox="1"/>
          <p:nvPr/>
        </p:nvSpPr>
        <p:spPr>
          <a:xfrm>
            <a:off x="340777" y="3668279"/>
            <a:ext cx="1982074" cy="2171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Reduced time to hire is achieved by using the reduced time delays in communication</a:t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endParaRPr lang="en-US" sz="1200" dirty="0"/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D810BE83-8A9E-164C-C5D8-E3F8C394F0E3}"/>
              </a:ext>
            </a:extLst>
          </p:cNvPr>
          <p:cNvSpPr txBox="1"/>
          <p:nvPr/>
        </p:nvSpPr>
        <p:spPr>
          <a:xfrm>
            <a:off x="3387131" y="3668279"/>
            <a:ext cx="1982074" cy="19217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Managers and recruitment specialists should be able to leverage a Talent Pool.</a:t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74E5F9AC-69DD-03A6-10D8-276EB512C245}"/>
              </a:ext>
            </a:extLst>
          </p:cNvPr>
          <p:cNvSpPr txBox="1"/>
          <p:nvPr/>
        </p:nvSpPr>
        <p:spPr>
          <a:xfrm>
            <a:off x="6416657" y="3668279"/>
            <a:ext cx="1998101" cy="1924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Electronic candidate screening as part of the online application process</a:t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580917B5-89EE-3E09-6908-4CAB6DBC28FD}"/>
              </a:ext>
            </a:extLst>
          </p:cNvPr>
          <p:cNvSpPr txBox="1"/>
          <p:nvPr/>
        </p:nvSpPr>
        <p:spPr>
          <a:xfrm>
            <a:off x="9479838" y="3668279"/>
            <a:ext cx="1982074" cy="1924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Manual processes need to be automated &amp; reduce the need for printed documentation.</a:t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/>
              <a:t/>
            </a:r>
            <a:endParaRPr lang="en-US" sz="1200" dirty="0"/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243AD2D2-6B81-74B5-F6EB-A5629D7A6423}"/>
              </a:ext>
            </a:extLst>
          </p:cNvPr>
          <p:cNvSpPr txBox="1"/>
          <p:nvPr/>
        </p:nvSpPr>
        <p:spPr>
          <a:xfrm>
            <a:off x="315284" y="3001781"/>
            <a:ext cx="19716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i="0" dirty="0">
                <a:solidFill>
                  <a:schemeClr val="bg1"/>
                </a:solidFill>
                <a:effectLst/>
              </a:rPr>
              <a:t>Time to Hire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966E4BAA-3678-C75D-C010-85E568711A0F}"/>
              </a:ext>
            </a:extLst>
          </p:cNvPr>
          <p:cNvSpPr txBox="1"/>
          <p:nvPr/>
        </p:nvSpPr>
        <p:spPr>
          <a:xfrm>
            <a:off x="3401137" y="3001781"/>
            <a:ext cx="19716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i="0" dirty="0">
                <a:solidFill>
                  <a:schemeClr val="bg1"/>
                </a:solidFill>
                <a:effectLst/>
              </a:rPr>
              <a:t>Cost Per Hire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F007990A-6B93-F9D8-4ADB-C57E759EAB43}"/>
              </a:ext>
            </a:extLst>
          </p:cNvPr>
          <p:cNvSpPr txBox="1"/>
          <p:nvPr/>
        </p:nvSpPr>
        <p:spPr>
          <a:xfrm>
            <a:off x="6421367" y="3001781"/>
            <a:ext cx="19716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i="0" dirty="0">
                <a:solidFill>
                  <a:schemeClr val="bg1"/>
                </a:solidFill>
                <a:effectLst/>
              </a:rPr>
              <a:t>Candidate Quality</a:t>
            </a: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E2FD2A0B-CC21-356A-8F72-46F89AC2C2DB}"/>
              </a:ext>
            </a:extLst>
          </p:cNvPr>
          <p:cNvSpPr txBox="1"/>
          <p:nvPr/>
        </p:nvSpPr>
        <p:spPr>
          <a:xfrm>
            <a:off x="9493846" y="3001781"/>
            <a:ext cx="19716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i="0" dirty="0">
                <a:solidFill>
                  <a:schemeClr val="bg1"/>
                </a:solidFill>
                <a:effectLst/>
              </a:rPr>
              <a:t>Recruitment Efficiency</a:t>
            </a:r>
          </a:p>
        </p:txBody>
      </p: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B69F90D1-5CE5-82E3-2145-16B931E19BB7}"/>
              </a:ext>
            </a:extLst>
          </p:cNvPr>
          <p:cNvGrpSpPr/>
          <p:nvPr/>
        </p:nvGrpSpPr>
        <p:grpSpPr>
          <a:xfrm>
            <a:off x="1836758" y="1483690"/>
            <a:ext cx="952661" cy="952661"/>
            <a:chOff x="7923461" y="936252"/>
            <a:chExt cx="1394156" cy="1394156"/>
          </a:xfrm>
        </p:grpSpPr>
        <p:sp>
          <p:nvSpPr>
            <p:cNvPr id="178" name="Oval 177">
              <a:extLst>
                <a:ext uri="{FF2B5EF4-FFF2-40B4-BE49-F238E27FC236}">
                  <a16:creationId xmlns:a16="http://schemas.microsoft.com/office/drawing/2014/main" id="{1CE3D37B-4263-0E93-EEF5-918ED7B63212}"/>
                </a:ext>
              </a:extLst>
            </p:cNvPr>
            <p:cNvSpPr/>
            <p:nvPr/>
          </p:nvSpPr>
          <p:spPr>
            <a:xfrm>
              <a:off x="8016896" y="1029687"/>
              <a:ext cx="1207287" cy="120728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9" name="Circle: Hollow 178">
              <a:extLst>
                <a:ext uri="{FF2B5EF4-FFF2-40B4-BE49-F238E27FC236}">
                  <a16:creationId xmlns:a16="http://schemas.microsoft.com/office/drawing/2014/main" id="{592EDB9C-9A73-8748-7F81-CA24F094CBDB}"/>
                </a:ext>
              </a:extLst>
            </p:cNvPr>
            <p:cNvSpPr/>
            <p:nvPr/>
          </p:nvSpPr>
          <p:spPr>
            <a:xfrm>
              <a:off x="7923461" y="936252"/>
              <a:ext cx="1394156" cy="1394156"/>
            </a:xfrm>
            <a:prstGeom prst="donut">
              <a:avLst>
                <a:gd name="adj" fmla="val 7609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762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3BDAEA91-1CDF-AF25-AEE1-291E97F0C696}"/>
              </a:ext>
            </a:extLst>
          </p:cNvPr>
          <p:cNvGrpSpPr/>
          <p:nvPr/>
        </p:nvGrpSpPr>
        <p:grpSpPr>
          <a:xfrm>
            <a:off x="4957499" y="1483690"/>
            <a:ext cx="952661" cy="952661"/>
            <a:chOff x="7923461" y="936252"/>
            <a:chExt cx="1394156" cy="1394156"/>
          </a:xfrm>
        </p:grpSpPr>
        <p:sp>
          <p:nvSpPr>
            <p:cNvPr id="181" name="Oval 180">
              <a:extLst>
                <a:ext uri="{FF2B5EF4-FFF2-40B4-BE49-F238E27FC236}">
                  <a16:creationId xmlns:a16="http://schemas.microsoft.com/office/drawing/2014/main" id="{90C71E20-C0CB-1C18-73C3-E3D1CF11EE8E}"/>
                </a:ext>
              </a:extLst>
            </p:cNvPr>
            <p:cNvSpPr/>
            <p:nvPr/>
          </p:nvSpPr>
          <p:spPr>
            <a:xfrm>
              <a:off x="8016896" y="1029687"/>
              <a:ext cx="1207287" cy="120728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2" name="Circle: Hollow 181">
              <a:extLst>
                <a:ext uri="{FF2B5EF4-FFF2-40B4-BE49-F238E27FC236}">
                  <a16:creationId xmlns:a16="http://schemas.microsoft.com/office/drawing/2014/main" id="{82745830-805F-816C-4B73-5085C9468AD6}"/>
                </a:ext>
              </a:extLst>
            </p:cNvPr>
            <p:cNvSpPr/>
            <p:nvPr/>
          </p:nvSpPr>
          <p:spPr>
            <a:xfrm>
              <a:off x="7923461" y="936252"/>
              <a:ext cx="1394156" cy="1394156"/>
            </a:xfrm>
            <a:prstGeom prst="donut">
              <a:avLst>
                <a:gd name="adj" fmla="val 7609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762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9E6DB8E7-BAB7-90E2-734C-5D051C49F673}"/>
              </a:ext>
            </a:extLst>
          </p:cNvPr>
          <p:cNvGrpSpPr/>
          <p:nvPr/>
        </p:nvGrpSpPr>
        <p:grpSpPr>
          <a:xfrm>
            <a:off x="7876923" y="1483690"/>
            <a:ext cx="952661" cy="952661"/>
            <a:chOff x="7923461" y="936252"/>
            <a:chExt cx="1394156" cy="1394156"/>
          </a:xfrm>
        </p:grpSpPr>
        <p:sp>
          <p:nvSpPr>
            <p:cNvPr id="184" name="Oval 183">
              <a:extLst>
                <a:ext uri="{FF2B5EF4-FFF2-40B4-BE49-F238E27FC236}">
                  <a16:creationId xmlns:a16="http://schemas.microsoft.com/office/drawing/2014/main" id="{C9664B7B-EDCD-5BC9-086C-7730C8104D08}"/>
                </a:ext>
              </a:extLst>
            </p:cNvPr>
            <p:cNvSpPr/>
            <p:nvPr/>
          </p:nvSpPr>
          <p:spPr>
            <a:xfrm>
              <a:off x="8016896" y="1029687"/>
              <a:ext cx="1207287" cy="1207287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5" name="Circle: Hollow 184">
              <a:extLst>
                <a:ext uri="{FF2B5EF4-FFF2-40B4-BE49-F238E27FC236}">
                  <a16:creationId xmlns:a16="http://schemas.microsoft.com/office/drawing/2014/main" id="{E1461637-542F-6F90-043D-73F28E4EE138}"/>
                </a:ext>
              </a:extLst>
            </p:cNvPr>
            <p:cNvSpPr/>
            <p:nvPr/>
          </p:nvSpPr>
          <p:spPr>
            <a:xfrm>
              <a:off x="7923461" y="936252"/>
              <a:ext cx="1394156" cy="1394156"/>
            </a:xfrm>
            <a:prstGeom prst="donut">
              <a:avLst>
                <a:gd name="adj" fmla="val 7609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762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89A615B7-33D3-4C48-530C-A30943A88675}"/>
              </a:ext>
            </a:extLst>
          </p:cNvPr>
          <p:cNvGrpSpPr/>
          <p:nvPr/>
        </p:nvGrpSpPr>
        <p:grpSpPr>
          <a:xfrm>
            <a:off x="10997664" y="1483690"/>
            <a:ext cx="952661" cy="952661"/>
            <a:chOff x="7923461" y="936252"/>
            <a:chExt cx="1394156" cy="1394156"/>
          </a:xfrm>
        </p:grpSpPr>
        <p:sp>
          <p:nvSpPr>
            <p:cNvPr id="187" name="Oval 186">
              <a:extLst>
                <a:ext uri="{FF2B5EF4-FFF2-40B4-BE49-F238E27FC236}">
                  <a16:creationId xmlns:a16="http://schemas.microsoft.com/office/drawing/2014/main" id="{46A472E3-723C-7AF9-4D9D-5DF83C30ED31}"/>
                </a:ext>
              </a:extLst>
            </p:cNvPr>
            <p:cNvSpPr/>
            <p:nvPr/>
          </p:nvSpPr>
          <p:spPr>
            <a:xfrm>
              <a:off x="8016896" y="1029687"/>
              <a:ext cx="1207287" cy="1207287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8" name="Circle: Hollow 187">
              <a:extLst>
                <a:ext uri="{FF2B5EF4-FFF2-40B4-BE49-F238E27FC236}">
                  <a16:creationId xmlns:a16="http://schemas.microsoft.com/office/drawing/2014/main" id="{D0A4D2A5-2326-0E73-5EF4-84C4E7B199DD}"/>
                </a:ext>
              </a:extLst>
            </p:cNvPr>
            <p:cNvSpPr/>
            <p:nvPr/>
          </p:nvSpPr>
          <p:spPr>
            <a:xfrm>
              <a:off x="7923461" y="936252"/>
              <a:ext cx="1394156" cy="1394156"/>
            </a:xfrm>
            <a:prstGeom prst="donut">
              <a:avLst>
                <a:gd name="adj" fmla="val 7609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762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pic>
        <p:nvPicPr>
          <p:cNvPr id="193" name="Picture 192" descr="wristwatch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62062" y="1708994"/>
            <a:ext cx="502053" cy="502053"/>
          </a:xfrm>
          <a:prstGeom prst="rect">
            <a:avLst/>
          </a:prstGeom>
        </p:spPr>
      </p:pic>
      <p:pic>
        <p:nvPicPr>
          <p:cNvPr id="194" name="Picture 193" descr="client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73261" y="1699452"/>
            <a:ext cx="521137" cy="521137"/>
          </a:xfrm>
          <a:prstGeom prst="rect">
            <a:avLst/>
          </a:prstGeom>
        </p:spPr>
      </p:pic>
      <p:pic>
        <p:nvPicPr>
          <p:cNvPr id="195" name="Picture 194" descr="monitor_test_car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26914" y="1733681"/>
            <a:ext cx="452679" cy="452679"/>
          </a:xfrm>
          <a:prstGeom prst="rect">
            <a:avLst/>
          </a:prstGeom>
        </p:spPr>
      </p:pic>
      <p:pic>
        <p:nvPicPr>
          <p:cNvPr id="196" name="Picture 195" descr="robot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251395" y="1737421"/>
            <a:ext cx="445199" cy="445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4781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Layouts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1BA8F0"/>
      </a:accent1>
      <a:accent2>
        <a:srgbClr val="F24C00"/>
      </a:accent2>
      <a:accent3>
        <a:srgbClr val="9A4EF0"/>
      </a:accent3>
      <a:accent4>
        <a:srgbClr val="F9D030"/>
      </a:accent4>
      <a:accent5>
        <a:srgbClr val="B5BAD0"/>
      </a:accent5>
      <a:accent6>
        <a:srgbClr val="D9D9D9"/>
      </a:accent6>
      <a:hlink>
        <a:srgbClr val="0097A7"/>
      </a:hlink>
      <a:folHlink>
        <a:srgbClr val="0097A7"/>
      </a:folHlink>
    </a:clrScheme>
    <a:fontScheme name="Custom 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7eaa6df-661f-4604-8cff-c91cf36610a5">
      <Terms xmlns="http://schemas.microsoft.com/office/infopath/2007/PartnerControls"/>
    </lcf76f155ced4ddcb4097134ff3c332f>
    <TaxCatchAll xmlns="5de708c7-6ebf-4b51-a995-ecc64498b67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DC9A12D594F4146A736B61C75F2A9F0" ma:contentTypeVersion="17" ma:contentTypeDescription="Create a new document." ma:contentTypeScope="" ma:versionID="a1d50fb90419390532d99b45a4ed6133">
  <xsd:schema xmlns:xsd="http://www.w3.org/2001/XMLSchema" xmlns:xs="http://www.w3.org/2001/XMLSchema" xmlns:p="http://schemas.microsoft.com/office/2006/metadata/properties" xmlns:ns2="5de708c7-6ebf-4b51-a995-ecc64498b673" xmlns:ns3="f7eaa6df-661f-4604-8cff-c91cf36610a5" targetNamespace="http://schemas.microsoft.com/office/2006/metadata/properties" ma:root="true" ma:fieldsID="68249f772d28c5b9b7979242c3909515" ns2:_="" ns3:_="">
    <xsd:import namespace="5de708c7-6ebf-4b51-a995-ecc64498b673"/>
    <xsd:import namespace="f7eaa6df-661f-4604-8cff-c91cf36610a5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lcf76f155ced4ddcb4097134ff3c332f" minOccurs="0"/>
                <xsd:element ref="ns2:TaxCatchAll" minOccurs="0"/>
                <xsd:element ref="ns3:MediaServiceMetadata" minOccurs="0"/>
                <xsd:element ref="ns3:MediaServiceFastMetadata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ServiceLocation" minOccurs="0"/>
                <xsd:element ref="ns3:MediaLengthInSeconds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e708c7-6ebf-4b51-a995-ecc64498b673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2" nillable="true" ma:displayName="Taxonomy Catch All Column" ma:hidden="true" ma:list="{f05cd9bb-e26c-4d4d-b542-f947deadef19}" ma:internalName="TaxCatchAll" ma:showField="CatchAllData" ma:web="5de708c7-6ebf-4b51-a995-ecc64498b67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7eaa6df-661f-4604-8cff-c91cf36610a5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a0cf11a8-953d-4432-81d3-596c7ca2a3c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3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4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20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5762F25-420A-4863-BE2B-992F6A74EEF2}">
  <ds:schemaRefs>
    <ds:schemaRef ds:uri="http://purl.org/dc/elements/1.1/"/>
    <ds:schemaRef ds:uri="http://schemas.microsoft.com/office/2006/metadata/properties"/>
    <ds:schemaRef ds:uri="http://purl.org/dc/terms/"/>
    <ds:schemaRef ds:uri="http://schemas.microsoft.com/office/2006/documentManagement/types"/>
    <ds:schemaRef ds:uri="http://schemas.openxmlformats.org/package/2006/metadata/core-properties"/>
    <ds:schemaRef ds:uri="http://schemas.microsoft.com/office/infopath/2007/PartnerControls"/>
    <ds:schemaRef ds:uri="http://www.w3.org/XML/1998/namespace"/>
    <ds:schemaRef ds:uri="f7eaa6df-661f-4604-8cff-c91cf36610a5"/>
    <ds:schemaRef ds:uri="5de708c7-6ebf-4b51-a995-ecc64498b673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6C86FAAA-ED91-448F-91D3-468D9B3AD36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4B89752-7EFD-4A73-B4BA-1D2ED0246E0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de708c7-6ebf-4b51-a995-ecc64498b673"/>
    <ds:schemaRef ds:uri="f7eaa6df-661f-4604-8cff-c91cf36610a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456</TotalTime>
  <Words>122</Words>
  <Application>Microsoft Office PowerPoint</Application>
  <PresentationFormat>Widescreen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Slide Egg</dc:creator>
  <cp:keywords>4 Process, 4 Columns, 4 infographics; 4-step process, arrow flow, bullet list layout, business workflow, clean design, color-coded, flat icon, horizontal process, infographic, modern presentation, multi-stage diagram, rounded corners, sequential steps, step-by-step, timeline layout, visual flowchart</cp:keywords>
  <cp:lastModifiedBy>Aqdas Shaikh</cp:lastModifiedBy>
  <cp:revision>10</cp:revision>
  <dcterms:created xsi:type="dcterms:W3CDTF">2023-10-10T05:58:53Z</dcterms:created>
  <dcterms:modified xsi:type="dcterms:W3CDTF">2026-01-03T10:12:57Z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0x0101005DC9A12D594F4146A736B61C75F2A9F0</vt:lpwstr>
  </property>
  <property fmtid="{D5CDD505-2E9C-101B-9397-08002B2CF9AE}" pid="3" name="MediaServiceImageTags">
    <vt:lpwstr/>
  </property>
</Properties>
</file>