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2" r:id="rId5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A43EB-0464-4B09-BCD1-A25FA60F00FC}" v="7" dt="2025-07-01T13:23:07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li Mohite" userId="5fa1a947-bdac-4000-8ebe-9ba25b7dd8d4" providerId="ADAL" clId="{F98A43EB-0464-4B09-BCD1-A25FA60F00FC}"/>
    <pc:docChg chg="undo modSld">
      <pc:chgData name="Manali Mohite" userId="5fa1a947-bdac-4000-8ebe-9ba25b7dd8d4" providerId="ADAL" clId="{F98A43EB-0464-4B09-BCD1-A25FA60F00FC}" dt="2025-07-11T12:45:35.088" v="57" actId="255"/>
      <pc:docMkLst>
        <pc:docMk/>
      </pc:docMkLst>
      <pc:sldChg chg="delSp modSp mod">
        <pc:chgData name="Manali Mohite" userId="5fa1a947-bdac-4000-8ebe-9ba25b7dd8d4" providerId="ADAL" clId="{F98A43EB-0464-4B09-BCD1-A25FA60F00FC}" dt="2025-07-11T12:45:35.088" v="57" actId="255"/>
        <pc:sldMkLst>
          <pc:docMk/>
          <pc:sldMk cId="3312478164" sldId="262"/>
        </pc:sldMkLst>
        <pc:spChg chg="mod">
          <ac:chgData name="Manali Mohite" userId="5fa1a947-bdac-4000-8ebe-9ba25b7dd8d4" providerId="ADAL" clId="{F98A43EB-0464-4B09-BCD1-A25FA60F00FC}" dt="2025-07-11T12:45:35.088" v="57" actId="255"/>
          <ac:spMkLst>
            <pc:docMk/>
            <pc:sldMk cId="3312478164" sldId="262"/>
            <ac:spMk id="2" creationId="{3A6927DD-DE6B-ED26-E470-6A4398B8985E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0" creationId="{5207569A-36B2-7370-83D1-A88510562951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5" creationId="{D21C6A81-2EAA-FAC7-1CDB-6244694F0C3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" creationId="{AE1142A5-66C6-AE3D-0647-01CC5BA9BCD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25" creationId="{98733271-4589-C50D-84C3-9D0D8CBDBA36}"/>
          </ac:spMkLst>
        </pc:spChg>
        <pc:spChg chg="mod topLvl">
          <ac:chgData name="Manali Mohite" userId="5fa1a947-bdac-4000-8ebe-9ba25b7dd8d4" providerId="ADAL" clId="{F98A43EB-0464-4B09-BCD1-A25FA60F00FC}" dt="2025-06-24T05:11:02.636" v="27" actId="12789"/>
          <ac:spMkLst>
            <pc:docMk/>
            <pc:sldMk cId="3312478164" sldId="262"/>
            <ac:spMk id="35" creationId="{CD7AD218-592B-33A3-CB05-8A737FEDE61B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45" creationId="{20EC3B60-7F6A-84E5-CDD4-1E30BB2AF3EE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47" creationId="{32B3355A-A227-50D8-F7E7-BAF740E99EF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50" creationId="{3E87E65A-16A3-845E-7AE7-52DC05D70B4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1" creationId="{1ABD77CF-5F05-96E1-892E-D86D87D73DE7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3" creationId="{2FD10C4E-8BE5-9C17-5A0F-829EAEA3781D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5" creationId="{0BC954D3-4E50-3110-107E-891DC2166BE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8" creationId="{D8A2BB31-4E93-FBE1-6239-5DD65338629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9" creationId="{81A11B02-8BD5-7CCC-8DF3-350238BA8E9F}"/>
          </ac:spMkLst>
        </pc:spChg>
        <pc:spChg chg="mod">
          <ac:chgData name="Manali Mohite" userId="5fa1a947-bdac-4000-8ebe-9ba25b7dd8d4" providerId="ADAL" clId="{F98A43EB-0464-4B09-BCD1-A25FA60F00FC}" dt="2025-06-24T05:10:43.144" v="13" actId="207"/>
          <ac:spMkLst>
            <pc:docMk/>
            <pc:sldMk cId="3312478164" sldId="262"/>
            <ac:spMk id="164" creationId="{094311AE-13F4-6842-DC51-FA6F7229A81C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6" creationId="{80B86941-928D-D7FF-584B-F9313D84B738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67" creationId="{6690CB05-E50E-A040-FC55-638E285AFAD9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69" creationId="{EE57407F-98A2-BDCD-D6D7-726251A88618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0" creationId="{D810BE83-8A9E-164C-C5D8-E3F8C394F0E3}"/>
          </ac:spMkLst>
        </pc:spChg>
        <pc:spChg chg="mod topLvl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1" creationId="{74E5F9AC-69DD-03A6-10D8-276EB512C245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2" creationId="{580917B5-89EE-3E09-6908-4CAB6DBC28FD}"/>
          </ac:spMkLst>
        </pc:spChg>
        <pc:spChg chg="mod">
          <ac:chgData name="Manali Mohite" userId="5fa1a947-bdac-4000-8ebe-9ba25b7dd8d4" providerId="ADAL" clId="{F98A43EB-0464-4B09-BCD1-A25FA60F00FC}" dt="2025-06-24T05:11:13.376" v="31" actId="555"/>
          <ac:spMkLst>
            <pc:docMk/>
            <pc:sldMk cId="3312478164" sldId="262"/>
            <ac:spMk id="173" creationId="{243AD2D2-6B81-74B5-F6EB-A5629D7A6423}"/>
          </ac:spMkLst>
        </pc:spChg>
        <pc:spChg chg="mod topLvl">
          <ac:chgData name="Manali Mohite" userId="5fa1a947-bdac-4000-8ebe-9ba25b7dd8d4" providerId="ADAL" clId="{F98A43EB-0464-4B09-BCD1-A25FA60F00FC}" dt="2025-06-24T05:11:16.365" v="32" actId="20577"/>
          <ac:spMkLst>
            <pc:docMk/>
            <pc:sldMk cId="3312478164" sldId="262"/>
            <ac:spMk id="174" creationId="{966E4BAA-3678-C75D-C010-85E568711A0F}"/>
          </ac:spMkLst>
        </pc:spChg>
        <pc:spChg chg="mod">
          <ac:chgData name="Manali Mohite" userId="5fa1a947-bdac-4000-8ebe-9ba25b7dd8d4" providerId="ADAL" clId="{F98A43EB-0464-4B09-BCD1-A25FA60F00FC}" dt="2025-06-24T05:11:18.256" v="33" actId="20577"/>
          <ac:spMkLst>
            <pc:docMk/>
            <pc:sldMk cId="3312478164" sldId="262"/>
            <ac:spMk id="175" creationId="{F007990A-6B93-F9D8-4ADB-C57E759EAB43}"/>
          </ac:spMkLst>
        </pc:spChg>
        <pc:spChg chg="mod">
          <ac:chgData name="Manali Mohite" userId="5fa1a947-bdac-4000-8ebe-9ba25b7dd8d4" providerId="ADAL" clId="{F98A43EB-0464-4B09-BCD1-A25FA60F00FC}" dt="2025-06-24T05:11:20.035" v="34" actId="20577"/>
          <ac:spMkLst>
            <pc:docMk/>
            <pc:sldMk cId="3312478164" sldId="262"/>
            <ac:spMk id="176" creationId="{E2FD2A0B-CC21-356A-8F72-46F89AC2C2DB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78" creationId="{1CE3D37B-4263-0E93-EEF5-918ED7B63212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9" creationId="{592EDB9C-9A73-8748-7F81-CA24F094CBDB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1" creationId="{90C71E20-C0CB-1C18-73C3-E3D1CF11EE8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2" creationId="{82745830-805F-816C-4B73-5085C9468AD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4" creationId="{C9664B7B-EDCD-5BC9-086C-7730C8104D08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5" creationId="{E1461637-542F-6F90-043D-73F28E4EE138}"/>
          </ac:spMkLst>
        </pc:spChg>
        <pc:spChg chg="mod">
          <ac:chgData name="Manali Mohite" userId="5fa1a947-bdac-4000-8ebe-9ba25b7dd8d4" providerId="ADAL" clId="{F98A43EB-0464-4B09-BCD1-A25FA60F00FC}" dt="2025-06-24T05:10:46.078" v="14" actId="207"/>
          <ac:spMkLst>
            <pc:docMk/>
            <pc:sldMk cId="3312478164" sldId="262"/>
            <ac:spMk id="187" creationId="{46A472E3-723C-7AF9-4D9D-5DF83C30ED31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8" creationId="{D0A4D2A5-2326-0E73-5EF4-84C4E7B199DD}"/>
          </ac:spMkLst>
        </pc:spChg>
        <pc:grpChg chg="mod">
          <ac:chgData name="Manali Mohite" userId="5fa1a947-bdac-4000-8ebe-9ba25b7dd8d4" providerId="ADAL" clId="{F98A43EB-0464-4B09-BCD1-A25FA60F00FC}" dt="2025-06-24T05:10:52.475" v="17" actId="1076"/>
          <ac:grpSpMkLst>
            <pc:docMk/>
            <pc:sldMk cId="3312478164" sldId="262"/>
            <ac:grpSpMk id="186" creationId="{89A615B7-33D3-4C48-530C-A30943A88675}"/>
          </ac:grpSpMkLst>
        </pc:gr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FB5D7-9D07-452B-99B7-E2212EAD1E99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1DAAF-4032-4BF4-8AE1-4CD2664F7B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82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66EB-E144-D99C-4447-9FEB1B21E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1431B-4B38-EA6A-2A13-1539859F8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2217F-74CC-7D75-7159-F8F74B6E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A56B8-E869-B156-64EE-8550E80B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866AA-E92D-7991-E652-BFAED74C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479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4279-2F91-8F9C-927D-BEA82AD7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5BE3-8F0A-180D-F754-0E14059EE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6AD2C-18C3-F4C2-2C82-241BCA9A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6F4C5-C67F-AEB2-C8FA-01FA3469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06079-9D2C-B05A-53F6-79AE0122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5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FFB-B244-4C4F-5F6D-C03AF648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93D77-B429-9738-476A-89139BCAB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6BF5F-439E-08CF-8471-C890CD12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45B90-0AFF-E41E-0C7D-25576543D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F8A35-BC4D-A0C2-0780-4CFB989C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92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09D7-2AFF-04C6-20D8-1775FF710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2B765-499F-7193-3C1F-C746C1437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D2E2A-FF32-EA79-DA35-DE385B174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0F9A8-9576-4A86-95BE-7EAF3D6C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6A32B-EBED-103D-8459-7846A9D6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9FCE1-E446-D1E0-8936-FAFA83AE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B8AA-DFFE-D28D-D8F8-FF6607168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2D609-C376-BDBE-1BA4-F812C3126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084E3-0BC7-694A-F30C-066F83112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D4171-F11C-4275-20DE-D02D436CF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F2376-2D6F-2240-FB8E-E1FB943E9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4B8CE6-861B-BEB7-AD6B-0083CD0C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2581F-7292-6A2B-354D-3AC3ED0D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251F9-5A28-277F-4FC5-2F849313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73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FF81-55BF-5228-4ED9-F58EB3E8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F0CC7-6123-06C7-2A03-995F3E1D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0648F-660C-BA8B-CAFD-06FA3F9D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0D379-0087-2B08-1597-C0F1FB9E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76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630EC-44BE-C2BA-A398-E192678C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DB53D-69E3-E4B1-407B-61D269309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C46E8-DDD8-B5D1-27B4-4256095D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3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0383-75A1-92B7-89FA-928AA0A0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B0B6-FE1A-F6FC-C0A1-726056120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D3D79-9A2F-A468-1017-6C760E85F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ACFC6-D7FF-33DB-0570-70276AEF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43A1F-B9BD-96F9-B85C-00688C81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F6073-7D12-4684-6494-708E6AFE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85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80BC-78A3-9237-01B2-17B9E0623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2E525-5BB9-601A-A150-4EB1A1976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8DA60-CD59-1F5D-405B-9937CA6D9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3A725-7BE0-72B7-E2B8-38ADF390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B93C6-783A-27D7-921B-81606D13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0EED6-6798-76F5-2279-6680D2D4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6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2576-AC45-78FA-12B8-693438C58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4375-132A-4CDB-3BCA-294F1CA5D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AFDDB-7D3D-0DB3-4CCF-EAFF58AC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FD79F-D502-C77E-202D-0A42AA7A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24D42-2C76-4A33-B7AD-56692F15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09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0BCD2F-7698-3E88-8B0D-2C9D2B866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99C85-0A0E-516C-2EA6-D58419D62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75FD2-68C1-33A4-43DA-0B441786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908CA-7D22-D409-BB91-F4E9EC57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80516-94C5-B3B4-50BD-ADD728C7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966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A18102-58A6-4EEC-ED70-9A3A93B1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769FD-F443-F2F9-2D3E-D1AB311A1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00C5D-68E5-21CD-6DCC-ED8BD2B28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CADB0-7162-DAEE-8C0D-D74B921C7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E2EA9-1E6E-23D5-669E-90021946D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2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microsoft.com/office/2007/relationships/hdphoto" Target="../media/hdphoto3.wdp"/><Relationship Id="rId8" Type="http://schemas.openxmlformats.org/officeDocument/2006/relationships/image" Target="../media/image4.png"/><Relationship Id="rId9" Type="http://schemas.microsoft.com/office/2007/relationships/hdphoto" Target="../media/hdphoto4.wdp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927DD-DE6B-ED26-E470-6A4398B8985E}"/>
              </a:ext>
            </a:extLst>
          </p:cNvPr>
          <p:cNvSpPr txBox="1"/>
          <p:nvPr/>
        </p:nvSpPr>
        <p:spPr>
          <a:xfrm>
            <a:off x="554182" y="265355"/>
            <a:ext cx="11083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effectLst/>
                <a:latin typeface="+mj-lt"/>
              </a:rPr>
              <a:t>Recruitment Process Improvement</a:t>
            </a:r>
            <a:endParaRPr lang="en-US" sz="3600" b="1" dirty="0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07569A-36B2-7370-83D1-A88510562951}"/>
              </a:ext>
            </a:extLst>
          </p:cNvPr>
          <p:cNvSpPr/>
          <p:nvPr/>
        </p:nvSpPr>
        <p:spPr>
          <a:xfrm>
            <a:off x="2552555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" name="Graphic 3">
            <a:extLst>
              <a:ext uri="{FF2B5EF4-FFF2-40B4-BE49-F238E27FC236}">
                <a16:creationId xmlns:a16="http://schemas.microsoft.com/office/drawing/2014/main" id="{247F5DE3-D390-8B47-E8B6-ACE2045E518C}"/>
              </a:ext>
            </a:extLst>
          </p:cNvPr>
          <p:cNvGrpSpPr/>
          <p:nvPr/>
        </p:nvGrpSpPr>
        <p:grpSpPr>
          <a:xfrm>
            <a:off x="2169302" y="2070288"/>
            <a:ext cx="127246" cy="31135"/>
            <a:chOff x="3146031" y="2416502"/>
            <a:chExt cx="100898" cy="2468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1C6A81-2EAA-FAC7-1CDB-6244694F0C3E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E1142A5-66C6-AE3D-0647-01CC5BA9BCD1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8733271-4589-C50D-84C3-9D0D8CBDBA36}"/>
              </a:ext>
            </a:extLst>
          </p:cNvPr>
          <p:cNvSpPr/>
          <p:nvPr/>
        </p:nvSpPr>
        <p:spPr>
          <a:xfrm>
            <a:off x="241674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D7AD218-592B-33A3-CB05-8A737FEDE61B}"/>
              </a:ext>
            </a:extLst>
          </p:cNvPr>
          <p:cNvSpPr/>
          <p:nvPr/>
        </p:nvSpPr>
        <p:spPr>
          <a:xfrm>
            <a:off x="241674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0EC3B60-7F6A-84E5-CDD4-1E30BB2AF3EE}"/>
              </a:ext>
            </a:extLst>
          </p:cNvPr>
          <p:cNvSpPr/>
          <p:nvPr/>
        </p:nvSpPr>
        <p:spPr>
          <a:xfrm>
            <a:off x="5598909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6" name="Graphic 3">
            <a:extLst>
              <a:ext uri="{FF2B5EF4-FFF2-40B4-BE49-F238E27FC236}">
                <a16:creationId xmlns:a16="http://schemas.microsoft.com/office/drawing/2014/main" id="{6A5A8544-0965-3654-EB5F-97DCEE2FD92C}"/>
              </a:ext>
            </a:extLst>
          </p:cNvPr>
          <p:cNvGrpSpPr/>
          <p:nvPr/>
        </p:nvGrpSpPr>
        <p:grpSpPr>
          <a:xfrm>
            <a:off x="5215656" y="2070288"/>
            <a:ext cx="127246" cy="31135"/>
            <a:chOff x="3146031" y="2416502"/>
            <a:chExt cx="100898" cy="2468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E87E65A-16A3-845E-7AE7-52DC05D70B46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ABD77CF-5F05-96E1-892E-D86D87D73DE7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32B3355A-A227-50D8-F7E7-BAF740E99EF6}"/>
              </a:ext>
            </a:extLst>
          </p:cNvPr>
          <p:cNvSpPr/>
          <p:nvPr/>
        </p:nvSpPr>
        <p:spPr>
          <a:xfrm>
            <a:off x="3288028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D2A944A-4EE9-B136-F0FE-8C73B7BB9EEB}"/>
              </a:ext>
            </a:extLst>
          </p:cNvPr>
          <p:cNvSpPr/>
          <p:nvPr/>
        </p:nvSpPr>
        <p:spPr>
          <a:xfrm>
            <a:off x="3288028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2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FD10C4E-8BE5-9C17-5A0F-829EAEA3781D}"/>
              </a:ext>
            </a:extLst>
          </p:cNvPr>
          <p:cNvSpPr/>
          <p:nvPr/>
        </p:nvSpPr>
        <p:spPr>
          <a:xfrm>
            <a:off x="8645263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54" name="Graphic 3">
            <a:extLst>
              <a:ext uri="{FF2B5EF4-FFF2-40B4-BE49-F238E27FC236}">
                <a16:creationId xmlns:a16="http://schemas.microsoft.com/office/drawing/2014/main" id="{DD8B396C-D876-FBB7-EC64-F1AD4463896D}"/>
              </a:ext>
            </a:extLst>
          </p:cNvPr>
          <p:cNvGrpSpPr/>
          <p:nvPr/>
        </p:nvGrpSpPr>
        <p:grpSpPr>
          <a:xfrm>
            <a:off x="8262010" y="2070288"/>
            <a:ext cx="127246" cy="31135"/>
            <a:chOff x="3146031" y="2416502"/>
            <a:chExt cx="100898" cy="24688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8A2BB31-4E93-FBE1-6239-5DD653386291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1A11B02-8BD5-7CCC-8DF3-350238BA8E9F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0BC954D3-4E50-3110-107E-891DC2166BE6}"/>
              </a:ext>
            </a:extLst>
          </p:cNvPr>
          <p:cNvSpPr/>
          <p:nvPr/>
        </p:nvSpPr>
        <p:spPr>
          <a:xfrm>
            <a:off x="6334382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2AC37331-D574-A11E-6F36-6111EE32C417}"/>
              </a:ext>
            </a:extLst>
          </p:cNvPr>
          <p:cNvSpPr/>
          <p:nvPr/>
        </p:nvSpPr>
        <p:spPr>
          <a:xfrm>
            <a:off x="6334382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3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aphic 3">
            <a:extLst>
              <a:ext uri="{FF2B5EF4-FFF2-40B4-BE49-F238E27FC236}">
                <a16:creationId xmlns:a16="http://schemas.microsoft.com/office/drawing/2014/main" id="{4F7E5F1C-A41E-26F0-5DEC-C61D6F34F9F6}"/>
              </a:ext>
            </a:extLst>
          </p:cNvPr>
          <p:cNvGrpSpPr/>
          <p:nvPr/>
        </p:nvGrpSpPr>
        <p:grpSpPr>
          <a:xfrm>
            <a:off x="11308364" y="2070288"/>
            <a:ext cx="127246" cy="31135"/>
            <a:chOff x="3146031" y="2416502"/>
            <a:chExt cx="100898" cy="24688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0B86941-928D-D7FF-584B-F9313D84B738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690CB05-E50E-A040-FC55-638E285AFAD9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432E48DE-935D-137B-4E74-2246F6493C36}"/>
              </a:ext>
            </a:extLst>
          </p:cNvPr>
          <p:cNvSpPr/>
          <p:nvPr/>
        </p:nvSpPr>
        <p:spPr>
          <a:xfrm>
            <a:off x="9380736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94311AE-13F4-6842-DC51-FA6F7229A81C}"/>
              </a:ext>
            </a:extLst>
          </p:cNvPr>
          <p:cNvSpPr/>
          <p:nvPr/>
        </p:nvSpPr>
        <p:spPr>
          <a:xfrm>
            <a:off x="9380736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4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E57407F-98A2-BDCD-D6D7-726251A88618}"/>
              </a:ext>
            </a:extLst>
          </p:cNvPr>
          <p:cNvSpPr txBox="1"/>
          <p:nvPr/>
        </p:nvSpPr>
        <p:spPr>
          <a:xfrm>
            <a:off x="340777" y="3668279"/>
            <a:ext cx="1982074" cy="217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Minimize communication delays between stakeholders
Streamline interview scheduling and feedback loops
Accelerate the decision-making lifecycle
Improve responsiveness to high-potential talent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810BE83-8A9E-164C-C5D8-E3F8C394F0E3}"/>
              </a:ext>
            </a:extLst>
          </p:cNvPr>
          <p:cNvSpPr txBox="1"/>
          <p:nvPr/>
        </p:nvSpPr>
        <p:spPr>
          <a:xfrm>
            <a:off x="3387131" y="3668279"/>
            <a:ext cx="1982074" cy="192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Leverage internal talent pools and databases
Reduce reliance on expensive external agencies
Optimize sourcing through employee referral programs
Lower per-candidate acquisition expenses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4E5F9AC-69DD-03A6-10D8-276EB512C245}"/>
              </a:ext>
            </a:extLst>
          </p:cNvPr>
          <p:cNvSpPr txBox="1"/>
          <p:nvPr/>
        </p:nvSpPr>
        <p:spPr>
          <a:xfrm>
            <a:off x="6416657" y="3668279"/>
            <a:ext cx="1998101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Integrate electronic candidate screening protocols
Apply standardized online application assessments
Filter applicants based on core competencies
Ensure better cultural and technical matching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0917B5-89EE-3E09-6908-4CAB6DBC28FD}"/>
              </a:ext>
            </a:extLst>
          </p:cNvPr>
          <p:cNvSpPr txBox="1"/>
          <p:nvPr/>
        </p:nvSpPr>
        <p:spPr>
          <a:xfrm>
            <a:off x="9479838" y="3668279"/>
            <a:ext cx="1982074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Automate manual administrative workflows
Eliminate the need for printed documentation
Centralize data within an applicant tracking system
Standardize procedures for consistent results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/>
              <a:t/>
            </a:r>
            <a:endParaRPr lang="en-US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43AD2D2-6B81-74B5-F6EB-A5629D7A6423}"/>
              </a:ext>
            </a:extLst>
          </p:cNvPr>
          <p:cNvSpPr txBox="1"/>
          <p:nvPr/>
        </p:nvSpPr>
        <p:spPr>
          <a:xfrm>
            <a:off x="315284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Time to Hire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66E4BAA-3678-C75D-C010-85E568711A0F}"/>
              </a:ext>
            </a:extLst>
          </p:cNvPr>
          <p:cNvSpPr txBox="1"/>
          <p:nvPr/>
        </p:nvSpPr>
        <p:spPr>
          <a:xfrm>
            <a:off x="340113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Cost Per Hire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007990A-6B93-F9D8-4ADB-C57E759EAB43}"/>
              </a:ext>
            </a:extLst>
          </p:cNvPr>
          <p:cNvSpPr txBox="1"/>
          <p:nvPr/>
        </p:nvSpPr>
        <p:spPr>
          <a:xfrm>
            <a:off x="642136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Candidate Quality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FD2A0B-CC21-356A-8F72-46F89AC2C2DB}"/>
              </a:ext>
            </a:extLst>
          </p:cNvPr>
          <p:cNvSpPr txBox="1"/>
          <p:nvPr/>
        </p:nvSpPr>
        <p:spPr>
          <a:xfrm>
            <a:off x="9493846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Recruitment Efficiency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9F90D1-5CE5-82E3-2145-16B931E19BB7}"/>
              </a:ext>
            </a:extLst>
          </p:cNvPr>
          <p:cNvGrpSpPr/>
          <p:nvPr/>
        </p:nvGrpSpPr>
        <p:grpSpPr>
          <a:xfrm>
            <a:off x="1836758" y="1483690"/>
            <a:ext cx="952661" cy="952661"/>
            <a:chOff x="7923461" y="936252"/>
            <a:chExt cx="1394156" cy="1394156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CE3D37B-4263-0E93-EEF5-918ED7B63212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Circle: Hollow 178">
              <a:extLst>
                <a:ext uri="{FF2B5EF4-FFF2-40B4-BE49-F238E27FC236}">
                  <a16:creationId xmlns:a16="http://schemas.microsoft.com/office/drawing/2014/main" id="{592EDB9C-9A73-8748-7F81-CA24F094CBDB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DAEA91-1CDF-AF25-AEE1-291E97F0C696}"/>
              </a:ext>
            </a:extLst>
          </p:cNvPr>
          <p:cNvGrpSpPr/>
          <p:nvPr/>
        </p:nvGrpSpPr>
        <p:grpSpPr>
          <a:xfrm>
            <a:off x="4957499" y="1483690"/>
            <a:ext cx="952661" cy="952661"/>
            <a:chOff x="7923461" y="936252"/>
            <a:chExt cx="1394156" cy="1394156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90C71E20-C0CB-1C18-73C3-E3D1CF11EE8E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Circle: Hollow 181">
              <a:extLst>
                <a:ext uri="{FF2B5EF4-FFF2-40B4-BE49-F238E27FC236}">
                  <a16:creationId xmlns:a16="http://schemas.microsoft.com/office/drawing/2014/main" id="{82745830-805F-816C-4B73-5085C9468AD6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E6DB8E7-BAB7-90E2-734C-5D051C49F673}"/>
              </a:ext>
            </a:extLst>
          </p:cNvPr>
          <p:cNvGrpSpPr/>
          <p:nvPr/>
        </p:nvGrpSpPr>
        <p:grpSpPr>
          <a:xfrm>
            <a:off x="7876923" y="1483690"/>
            <a:ext cx="952661" cy="952661"/>
            <a:chOff x="7923461" y="936252"/>
            <a:chExt cx="1394156" cy="1394156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9664B7B-EDCD-5BC9-086C-7730C8104D08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Circle: Hollow 184">
              <a:extLst>
                <a:ext uri="{FF2B5EF4-FFF2-40B4-BE49-F238E27FC236}">
                  <a16:creationId xmlns:a16="http://schemas.microsoft.com/office/drawing/2014/main" id="{E1461637-542F-6F90-043D-73F28E4EE138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9A615B7-33D3-4C48-530C-A30943A88675}"/>
              </a:ext>
            </a:extLst>
          </p:cNvPr>
          <p:cNvGrpSpPr/>
          <p:nvPr/>
        </p:nvGrpSpPr>
        <p:grpSpPr>
          <a:xfrm>
            <a:off x="10997664" y="1483690"/>
            <a:ext cx="952661" cy="952661"/>
            <a:chOff x="7923461" y="936252"/>
            <a:chExt cx="1394156" cy="1394156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6A472E3-723C-7AF9-4D9D-5DF83C30ED31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Circle: Hollow 187">
              <a:extLst>
                <a:ext uri="{FF2B5EF4-FFF2-40B4-BE49-F238E27FC236}">
                  <a16:creationId xmlns:a16="http://schemas.microsoft.com/office/drawing/2014/main" id="{D0A4D2A5-2326-0E73-5EF4-84C4E7B199DD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93" name="Picture 192" descr="tim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2062" y="1708994"/>
            <a:ext cx="502053" cy="502053"/>
          </a:xfrm>
          <a:prstGeom prst="rect">
            <a:avLst/>
          </a:prstGeom>
        </p:spPr>
      </p:pic>
      <p:pic>
        <p:nvPicPr>
          <p:cNvPr id="194" name="Picture 193" descr="symbol_eur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73261" y="1699452"/>
            <a:ext cx="521137" cy="521137"/>
          </a:xfrm>
          <a:prstGeom prst="rect">
            <a:avLst/>
          </a:prstGeom>
        </p:spPr>
      </p:pic>
      <p:pic>
        <p:nvPicPr>
          <p:cNvPr id="195" name="Picture 194" descr="star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6914" y="1733681"/>
            <a:ext cx="452679" cy="452679"/>
          </a:xfrm>
          <a:prstGeom prst="rect">
            <a:avLst/>
          </a:prstGeom>
        </p:spPr>
      </p:pic>
      <p:pic>
        <p:nvPicPr>
          <p:cNvPr id="196" name="Picture 195" descr="document_gea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51395" y="1737421"/>
            <a:ext cx="445199" cy="44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7816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0A6C4B8-3BA8-0111-2DD8-A7D550CF706D}"/>
              </a:ext>
            </a:extLst>
          </p:cNvPr>
          <p:cNvSpPr/>
          <p:nvPr/>
        </p:nvSpPr>
        <p:spPr>
          <a:xfrm>
            <a:off x="499104" y="2122465"/>
            <a:ext cx="3064119" cy="2905588"/>
          </a:xfrm>
          <a:custGeom>
            <a:avLst/>
            <a:gdLst>
              <a:gd name="connsiteX0" fmla="*/ 2600390 w 3064119"/>
              <a:gd name="connsiteY0" fmla="*/ 2905508 h 2905588"/>
              <a:gd name="connsiteX1" fmla="*/ 36421 w 3064119"/>
              <a:gd name="connsiteY1" fmla="*/ 2905508 h 2905588"/>
              <a:gd name="connsiteX2" fmla="*/ -51 w 3064119"/>
              <a:gd name="connsiteY2" fmla="*/ 2869036 h 2905588"/>
              <a:gd name="connsiteX3" fmla="*/ -51 w 3064119"/>
              <a:gd name="connsiteY3" fmla="*/ 36391 h 2905588"/>
              <a:gd name="connsiteX4" fmla="*/ 36421 w 3064119"/>
              <a:gd name="connsiteY4" fmla="*/ -81 h 2905588"/>
              <a:gd name="connsiteX5" fmla="*/ 2600390 w 3064119"/>
              <a:gd name="connsiteY5" fmla="*/ -81 h 2905588"/>
              <a:gd name="connsiteX6" fmla="*/ 2636862 w 3064119"/>
              <a:gd name="connsiteY6" fmla="*/ 36391 h 2905588"/>
              <a:gd name="connsiteX7" fmla="*/ 2636862 w 3064119"/>
              <a:gd name="connsiteY7" fmla="*/ 838771 h 2905588"/>
              <a:gd name="connsiteX8" fmla="*/ 3057503 w 3064119"/>
              <a:gd name="connsiteY8" fmla="*/ 1432775 h 2905588"/>
              <a:gd name="connsiteX9" fmla="*/ 3057503 w 3064119"/>
              <a:gd name="connsiteY9" fmla="*/ 1474839 h 2905588"/>
              <a:gd name="connsiteX10" fmla="*/ 2636862 w 3064119"/>
              <a:gd name="connsiteY10" fmla="*/ 2068601 h 2905588"/>
              <a:gd name="connsiteX11" fmla="*/ 2636862 w 3064119"/>
              <a:gd name="connsiteY11" fmla="*/ 2870981 h 2905588"/>
              <a:gd name="connsiteX12" fmla="*/ 2600390 w 3064119"/>
              <a:gd name="connsiteY12" fmla="*/ 2905508 h 2905588"/>
              <a:gd name="connsiteX13" fmla="*/ 72893 w 3064119"/>
              <a:gd name="connsiteY13" fmla="*/ 2832564 h 2905588"/>
              <a:gd name="connsiteX14" fmla="*/ 2563918 w 3064119"/>
              <a:gd name="connsiteY14" fmla="*/ 2832564 h 2905588"/>
              <a:gd name="connsiteX15" fmla="*/ 2563918 w 3064119"/>
              <a:gd name="connsiteY15" fmla="*/ 2056200 h 2905588"/>
              <a:gd name="connsiteX16" fmla="*/ 2570483 w 3064119"/>
              <a:gd name="connsiteY16" fmla="*/ 2035047 h 2905588"/>
              <a:gd name="connsiteX17" fmla="*/ 2983830 w 3064119"/>
              <a:gd name="connsiteY17" fmla="*/ 1452713 h 2905588"/>
              <a:gd name="connsiteX18" fmla="*/ 2570483 w 3064119"/>
              <a:gd name="connsiteY18" fmla="*/ 870623 h 2905588"/>
              <a:gd name="connsiteX19" fmla="*/ 2563918 w 3064119"/>
              <a:gd name="connsiteY19" fmla="*/ 849469 h 2905588"/>
              <a:gd name="connsiteX20" fmla="*/ 2563918 w 3064119"/>
              <a:gd name="connsiteY20" fmla="*/ 72862 h 2905588"/>
              <a:gd name="connsiteX21" fmla="*/ 72893 w 3064119"/>
              <a:gd name="connsiteY21" fmla="*/ 72862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064119" h="2905588">
                <a:moveTo>
                  <a:pt x="2600390" y="2905508"/>
                </a:moveTo>
                <a:lnTo>
                  <a:pt x="36421" y="2905508"/>
                </a:lnTo>
                <a:cubicBezTo>
                  <a:pt x="16279" y="2905508"/>
                  <a:pt x="-51" y="2889168"/>
                  <a:pt x="-51" y="2869036"/>
                </a:cubicBezTo>
                <a:lnTo>
                  <a:pt x="-51" y="36391"/>
                </a:lnTo>
                <a:cubicBezTo>
                  <a:pt x="-51" y="16248"/>
                  <a:pt x="16279" y="-81"/>
                  <a:pt x="36421" y="-81"/>
                </a:cubicBezTo>
                <a:lnTo>
                  <a:pt x="2600390" y="-81"/>
                </a:lnTo>
                <a:cubicBezTo>
                  <a:pt x="2620522" y="-81"/>
                  <a:pt x="2636862" y="16248"/>
                  <a:pt x="2636862" y="36391"/>
                </a:cubicBezTo>
                <a:lnTo>
                  <a:pt x="2636862" y="838771"/>
                </a:lnTo>
                <a:lnTo>
                  <a:pt x="3057503" y="1432775"/>
                </a:lnTo>
                <a:cubicBezTo>
                  <a:pt x="3066257" y="1445419"/>
                  <a:pt x="3066257" y="1462196"/>
                  <a:pt x="3057503" y="1474839"/>
                </a:cubicBezTo>
                <a:lnTo>
                  <a:pt x="2636862" y="2068601"/>
                </a:lnTo>
                <a:lnTo>
                  <a:pt x="2636862" y="2870981"/>
                </a:lnTo>
                <a:cubicBezTo>
                  <a:pt x="2635816" y="2890360"/>
                  <a:pt x="2619793" y="2905532"/>
                  <a:pt x="2600390" y="2905508"/>
                </a:cubicBezTo>
                <a:close/>
                <a:moveTo>
                  <a:pt x="72893" y="2832564"/>
                </a:moveTo>
                <a:lnTo>
                  <a:pt x="2563918" y="2832564"/>
                </a:lnTo>
                <a:lnTo>
                  <a:pt x="2563918" y="2056200"/>
                </a:lnTo>
                <a:cubicBezTo>
                  <a:pt x="2563845" y="2048638"/>
                  <a:pt x="2566131" y="2041247"/>
                  <a:pt x="2570483" y="2035047"/>
                </a:cubicBezTo>
                <a:lnTo>
                  <a:pt x="2983830" y="1452713"/>
                </a:lnTo>
                <a:lnTo>
                  <a:pt x="2570483" y="870623"/>
                </a:lnTo>
                <a:cubicBezTo>
                  <a:pt x="2566179" y="864398"/>
                  <a:pt x="2563894" y="857031"/>
                  <a:pt x="2563918" y="849469"/>
                </a:cubicBezTo>
                <a:lnTo>
                  <a:pt x="2563918" y="72862"/>
                </a:lnTo>
                <a:lnTo>
                  <a:pt x="72893" y="72862"/>
                </a:lnTo>
                <a:close/>
              </a:path>
            </a:pathLst>
          </a:custGeom>
          <a:solidFill>
            <a:schemeClr val="accent2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F5C67AA-A236-5ECA-420E-22EEB18319CD}"/>
              </a:ext>
            </a:extLst>
          </p:cNvPr>
          <p:cNvSpPr/>
          <p:nvPr/>
        </p:nvSpPr>
        <p:spPr>
          <a:xfrm>
            <a:off x="664199" y="2287561"/>
            <a:ext cx="2700885" cy="2575397"/>
          </a:xfrm>
          <a:custGeom>
            <a:avLst/>
            <a:gdLst>
              <a:gd name="connsiteX0" fmla="*/ 2288436 w 2700885"/>
              <a:gd name="connsiteY0" fmla="*/ 18155 h 2575397"/>
              <a:gd name="connsiteX1" fmla="*/ 2288436 w 2700885"/>
              <a:gd name="connsiteY1" fmla="*/ 731057 h 2575397"/>
              <a:gd name="connsiteX2" fmla="*/ 2682575 w 2700885"/>
              <a:gd name="connsiteY2" fmla="*/ 1287861 h 2575397"/>
              <a:gd name="connsiteX3" fmla="*/ 2288436 w 2700885"/>
              <a:gd name="connsiteY3" fmla="*/ 1844421 h 2575397"/>
              <a:gd name="connsiteX4" fmla="*/ 2288436 w 2700885"/>
              <a:gd name="connsiteY4" fmla="*/ 2557080 h 2575397"/>
              <a:gd name="connsiteX5" fmla="*/ 18186 w 2700885"/>
              <a:gd name="connsiteY5" fmla="*/ 2557080 h 2575397"/>
              <a:gd name="connsiteX6" fmla="*/ 18186 w 2700885"/>
              <a:gd name="connsiteY6" fmla="*/ 18155 h 2575397"/>
              <a:gd name="connsiteX7" fmla="*/ 2288436 w 2700885"/>
              <a:gd name="connsiteY7" fmla="*/ 18155 h 2575397"/>
              <a:gd name="connsiteX8" fmla="*/ 2288436 w 2700885"/>
              <a:gd name="connsiteY8" fmla="*/ -81 h 2575397"/>
              <a:gd name="connsiteX9" fmla="*/ 18186 w 2700885"/>
              <a:gd name="connsiteY9" fmla="*/ -81 h 2575397"/>
              <a:gd name="connsiteX10" fmla="*/ -49 w 2700885"/>
              <a:gd name="connsiteY10" fmla="*/ 18155 h 2575397"/>
              <a:gd name="connsiteX11" fmla="*/ -49 w 2700885"/>
              <a:gd name="connsiteY11" fmla="*/ 2557080 h 2575397"/>
              <a:gd name="connsiteX12" fmla="*/ 17698 w 2700885"/>
              <a:gd name="connsiteY12" fmla="*/ 2575316 h 2575397"/>
              <a:gd name="connsiteX13" fmla="*/ 18186 w 2700885"/>
              <a:gd name="connsiteY13" fmla="*/ 2575316 h 2575397"/>
              <a:gd name="connsiteX14" fmla="*/ 2288436 w 2700885"/>
              <a:gd name="connsiteY14" fmla="*/ 2575316 h 2575397"/>
              <a:gd name="connsiteX15" fmla="*/ 2306672 w 2700885"/>
              <a:gd name="connsiteY15" fmla="*/ 2557080 h 2575397"/>
              <a:gd name="connsiteX16" fmla="*/ 2306672 w 2700885"/>
              <a:gd name="connsiteY16" fmla="*/ 1850013 h 2575397"/>
              <a:gd name="connsiteX17" fmla="*/ 2697406 w 2700885"/>
              <a:gd name="connsiteY17" fmla="*/ 1298316 h 2575397"/>
              <a:gd name="connsiteX18" fmla="*/ 2697406 w 2700885"/>
              <a:gd name="connsiteY18" fmla="*/ 1277162 h 2575397"/>
              <a:gd name="connsiteX19" fmla="*/ 2306672 w 2700885"/>
              <a:gd name="connsiteY19" fmla="*/ 725222 h 2575397"/>
              <a:gd name="connsiteX20" fmla="*/ 2306672 w 2700885"/>
              <a:gd name="connsiteY20" fmla="*/ 18155 h 2575397"/>
              <a:gd name="connsiteX21" fmla="*/ 2288436 w 2700885"/>
              <a:gd name="connsiteY21" fmla="*/ -81 h 257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00885" h="2575397">
                <a:moveTo>
                  <a:pt x="2288436" y="18155"/>
                </a:moveTo>
                <a:lnTo>
                  <a:pt x="2288436" y="731057"/>
                </a:lnTo>
                <a:lnTo>
                  <a:pt x="2682575" y="1287861"/>
                </a:lnTo>
                <a:lnTo>
                  <a:pt x="2288436" y="1844421"/>
                </a:lnTo>
                <a:lnTo>
                  <a:pt x="2288436" y="2557080"/>
                </a:lnTo>
                <a:lnTo>
                  <a:pt x="18186" y="2557080"/>
                </a:lnTo>
                <a:lnTo>
                  <a:pt x="18186" y="18155"/>
                </a:lnTo>
                <a:lnTo>
                  <a:pt x="2288436" y="18155"/>
                </a:lnTo>
                <a:moveTo>
                  <a:pt x="2288436" y="-81"/>
                </a:moveTo>
                <a:lnTo>
                  <a:pt x="18186" y="-81"/>
                </a:lnTo>
                <a:cubicBezTo>
                  <a:pt x="8115" y="-81"/>
                  <a:pt x="-49" y="8084"/>
                  <a:pt x="-49" y="18155"/>
                </a:cubicBezTo>
                <a:lnTo>
                  <a:pt x="-49" y="2557080"/>
                </a:lnTo>
                <a:cubicBezTo>
                  <a:pt x="-186" y="2567025"/>
                  <a:pt x="7760" y="2575170"/>
                  <a:pt x="17698" y="2575316"/>
                </a:cubicBezTo>
                <a:cubicBezTo>
                  <a:pt x="17861" y="2575316"/>
                  <a:pt x="18024" y="2575316"/>
                  <a:pt x="18186" y="2575316"/>
                </a:cubicBezTo>
                <a:lnTo>
                  <a:pt x="2288436" y="2575316"/>
                </a:lnTo>
                <a:cubicBezTo>
                  <a:pt x="2298502" y="2575316"/>
                  <a:pt x="2306672" y="2567146"/>
                  <a:pt x="2306672" y="2557080"/>
                </a:cubicBezTo>
                <a:lnTo>
                  <a:pt x="2306672" y="1850013"/>
                </a:lnTo>
                <a:lnTo>
                  <a:pt x="2697406" y="1298316"/>
                </a:lnTo>
                <a:cubicBezTo>
                  <a:pt x="2701978" y="1292018"/>
                  <a:pt x="2701978" y="1283460"/>
                  <a:pt x="2697406" y="1277162"/>
                </a:cubicBezTo>
                <a:lnTo>
                  <a:pt x="2306672" y="725222"/>
                </a:lnTo>
                <a:lnTo>
                  <a:pt x="2306672" y="18155"/>
                </a:lnTo>
                <a:cubicBezTo>
                  <a:pt x="2306550" y="8137"/>
                  <a:pt x="2298454" y="50"/>
                  <a:pt x="2288436" y="-81"/>
                </a:cubicBezTo>
                <a:close/>
              </a:path>
            </a:pathLst>
          </a:custGeom>
          <a:solidFill>
            <a:schemeClr val="accent2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317172F-CB2B-942D-31E8-0FF29BC86492}"/>
              </a:ext>
            </a:extLst>
          </p:cNvPr>
          <p:cNvSpPr/>
          <p:nvPr/>
        </p:nvSpPr>
        <p:spPr>
          <a:xfrm>
            <a:off x="9066440" y="2122465"/>
            <a:ext cx="2626457" cy="2905588"/>
          </a:xfrm>
          <a:custGeom>
            <a:avLst/>
            <a:gdLst>
              <a:gd name="connsiteX0" fmla="*/ 2589448 w 2626457"/>
              <a:gd name="connsiteY0" fmla="*/ 2905508 h 2905588"/>
              <a:gd name="connsiteX1" fmla="*/ 36421 w 2626457"/>
              <a:gd name="connsiteY1" fmla="*/ 2905508 h 2905588"/>
              <a:gd name="connsiteX2" fmla="*/ -51 w 2626457"/>
              <a:gd name="connsiteY2" fmla="*/ 2869036 h 2905588"/>
              <a:gd name="connsiteX3" fmla="*/ -51 w 2626457"/>
              <a:gd name="connsiteY3" fmla="*/ 2124768 h 2905588"/>
              <a:gd name="connsiteX4" fmla="*/ 6271 w 2626457"/>
              <a:gd name="connsiteY4" fmla="*/ 2104343 h 2905588"/>
              <a:gd name="connsiteX5" fmla="*/ 452929 w 2626457"/>
              <a:gd name="connsiteY5" fmla="*/ 1452956 h 2905588"/>
              <a:gd name="connsiteX6" fmla="*/ 6757 w 2626457"/>
              <a:gd name="connsiteY6" fmla="*/ 801326 h 2905588"/>
              <a:gd name="connsiteX7" fmla="*/ 436 w 2626457"/>
              <a:gd name="connsiteY7" fmla="*/ 780659 h 2905588"/>
              <a:gd name="connsiteX8" fmla="*/ 436 w 2626457"/>
              <a:gd name="connsiteY8" fmla="*/ 36391 h 2905588"/>
              <a:gd name="connsiteX9" fmla="*/ 36907 w 2626457"/>
              <a:gd name="connsiteY9" fmla="*/ -81 h 2905588"/>
              <a:gd name="connsiteX10" fmla="*/ 2589935 w 2626457"/>
              <a:gd name="connsiteY10" fmla="*/ -81 h 2905588"/>
              <a:gd name="connsiteX11" fmla="*/ 2626407 w 2626457"/>
              <a:gd name="connsiteY11" fmla="*/ 36391 h 2905588"/>
              <a:gd name="connsiteX12" fmla="*/ 2626407 w 2626457"/>
              <a:gd name="connsiteY12" fmla="*/ 2869036 h 2905588"/>
              <a:gd name="connsiteX13" fmla="*/ 2589935 w 2626457"/>
              <a:gd name="connsiteY13" fmla="*/ 2905508 h 2905588"/>
              <a:gd name="connsiteX14" fmla="*/ 2589448 w 2626457"/>
              <a:gd name="connsiteY14" fmla="*/ 2905508 h 2905588"/>
              <a:gd name="connsiteX15" fmla="*/ 73379 w 2626457"/>
              <a:gd name="connsiteY15" fmla="*/ 2832564 h 2905588"/>
              <a:gd name="connsiteX16" fmla="*/ 2553463 w 2626457"/>
              <a:gd name="connsiteY16" fmla="*/ 2832564 h 2905588"/>
              <a:gd name="connsiteX17" fmla="*/ 2553463 w 2626457"/>
              <a:gd name="connsiteY17" fmla="*/ 72862 h 2905588"/>
              <a:gd name="connsiteX18" fmla="*/ 73379 w 2626457"/>
              <a:gd name="connsiteY18" fmla="*/ 72862 h 2905588"/>
              <a:gd name="connsiteX19" fmla="*/ 73379 w 2626457"/>
              <a:gd name="connsiteY19" fmla="*/ 769474 h 2905588"/>
              <a:gd name="connsiteX20" fmla="*/ 527575 w 2626457"/>
              <a:gd name="connsiteY20" fmla="*/ 1432046 h 2905588"/>
              <a:gd name="connsiteX21" fmla="*/ 527575 w 2626457"/>
              <a:gd name="connsiteY21" fmla="*/ 1473381 h 2905588"/>
              <a:gd name="connsiteX22" fmla="*/ 73379 w 2626457"/>
              <a:gd name="connsiteY22" fmla="*/ 2136195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626457" h="2905588">
                <a:moveTo>
                  <a:pt x="2589448" y="2905508"/>
                </a:moveTo>
                <a:lnTo>
                  <a:pt x="36421" y="2905508"/>
                </a:lnTo>
                <a:cubicBezTo>
                  <a:pt x="16288" y="2905508"/>
                  <a:pt x="-51" y="2889168"/>
                  <a:pt x="-51" y="2869036"/>
                </a:cubicBezTo>
                <a:lnTo>
                  <a:pt x="-51" y="2124768"/>
                </a:lnTo>
                <a:cubicBezTo>
                  <a:pt x="-51" y="2117473"/>
                  <a:pt x="2162" y="2110349"/>
                  <a:pt x="6271" y="2104343"/>
                </a:cubicBezTo>
                <a:lnTo>
                  <a:pt x="452929" y="1452956"/>
                </a:lnTo>
                <a:lnTo>
                  <a:pt x="6757" y="801326"/>
                </a:lnTo>
                <a:cubicBezTo>
                  <a:pt x="2648" y="795223"/>
                  <a:pt x="436" y="788026"/>
                  <a:pt x="436" y="780659"/>
                </a:cubicBezTo>
                <a:lnTo>
                  <a:pt x="436" y="36391"/>
                </a:lnTo>
                <a:cubicBezTo>
                  <a:pt x="436" y="16248"/>
                  <a:pt x="16775" y="-81"/>
                  <a:pt x="36907" y="-81"/>
                </a:cubicBezTo>
                <a:lnTo>
                  <a:pt x="2589935" y="-81"/>
                </a:lnTo>
                <a:cubicBezTo>
                  <a:pt x="2610067" y="-81"/>
                  <a:pt x="2626407" y="16248"/>
                  <a:pt x="2626407" y="36391"/>
                </a:cubicBezTo>
                <a:lnTo>
                  <a:pt x="2626407" y="2869036"/>
                </a:lnTo>
                <a:cubicBezTo>
                  <a:pt x="2626407" y="2889168"/>
                  <a:pt x="2610091" y="2905508"/>
                  <a:pt x="2589935" y="2905508"/>
                </a:cubicBezTo>
                <a:cubicBezTo>
                  <a:pt x="2589764" y="2905508"/>
                  <a:pt x="2589619" y="2905508"/>
                  <a:pt x="2589448" y="2905508"/>
                </a:cubicBezTo>
                <a:close/>
                <a:moveTo>
                  <a:pt x="73379" y="2832564"/>
                </a:moveTo>
                <a:lnTo>
                  <a:pt x="2553463" y="2832564"/>
                </a:lnTo>
                <a:lnTo>
                  <a:pt x="2553463" y="72862"/>
                </a:lnTo>
                <a:lnTo>
                  <a:pt x="73379" y="72862"/>
                </a:lnTo>
                <a:lnTo>
                  <a:pt x="73379" y="769474"/>
                </a:lnTo>
                <a:lnTo>
                  <a:pt x="527575" y="1432046"/>
                </a:lnTo>
                <a:cubicBezTo>
                  <a:pt x="536061" y="1444519"/>
                  <a:pt x="536061" y="1460907"/>
                  <a:pt x="527575" y="1473381"/>
                </a:cubicBezTo>
                <a:lnTo>
                  <a:pt x="73379" y="2136195"/>
                </a:lnTo>
                <a:close/>
              </a:path>
            </a:pathLst>
          </a:custGeom>
          <a:solidFill>
            <a:schemeClr val="accent4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3C9348-2E0C-52D7-1D8A-1B5DE9902DBE}"/>
              </a:ext>
            </a:extLst>
          </p:cNvPr>
          <p:cNvSpPr/>
          <p:nvPr/>
        </p:nvSpPr>
        <p:spPr>
          <a:xfrm>
            <a:off x="9232022" y="2287561"/>
            <a:ext cx="2295293" cy="2575397"/>
          </a:xfrm>
          <a:custGeom>
            <a:avLst/>
            <a:gdLst>
              <a:gd name="connsiteX0" fmla="*/ 2277006 w 2295293"/>
              <a:gd name="connsiteY0" fmla="*/ 18155 h 2575397"/>
              <a:gd name="connsiteX1" fmla="*/ 2277006 w 2295293"/>
              <a:gd name="connsiteY1" fmla="*/ 2557080 h 2575397"/>
              <a:gd name="connsiteX2" fmla="*/ 18185 w 2295293"/>
              <a:gd name="connsiteY2" fmla="*/ 2557080 h 2575397"/>
              <a:gd name="connsiteX3" fmla="*/ 18185 w 2295293"/>
              <a:gd name="connsiteY3" fmla="*/ 2005383 h 2575397"/>
              <a:gd name="connsiteX4" fmla="*/ 510068 w 2295293"/>
              <a:gd name="connsiteY4" fmla="*/ 1287861 h 2575397"/>
              <a:gd name="connsiteX5" fmla="*/ 18185 w 2295293"/>
              <a:gd name="connsiteY5" fmla="*/ 570338 h 2575397"/>
              <a:gd name="connsiteX6" fmla="*/ 18185 w 2295293"/>
              <a:gd name="connsiteY6" fmla="*/ 18155 h 2575397"/>
              <a:gd name="connsiteX7" fmla="*/ 2277006 w 2295293"/>
              <a:gd name="connsiteY7" fmla="*/ 18155 h 2575397"/>
              <a:gd name="connsiteX8" fmla="*/ 2277006 w 2295293"/>
              <a:gd name="connsiteY8" fmla="*/ -81 h 2575397"/>
              <a:gd name="connsiteX9" fmla="*/ 18185 w 2295293"/>
              <a:gd name="connsiteY9" fmla="*/ -81 h 2575397"/>
              <a:gd name="connsiteX10" fmla="*/ -51 w 2295293"/>
              <a:gd name="connsiteY10" fmla="*/ 18155 h 2575397"/>
              <a:gd name="connsiteX11" fmla="*/ -51 w 2295293"/>
              <a:gd name="connsiteY11" fmla="*/ 570095 h 2575397"/>
              <a:gd name="connsiteX12" fmla="*/ 3110 w 2295293"/>
              <a:gd name="connsiteY12" fmla="*/ 580307 h 2575397"/>
              <a:gd name="connsiteX13" fmla="*/ 487942 w 2295293"/>
              <a:gd name="connsiteY13" fmla="*/ 1287861 h 2575397"/>
              <a:gd name="connsiteX14" fmla="*/ 3110 w 2295293"/>
              <a:gd name="connsiteY14" fmla="*/ 1995171 h 2575397"/>
              <a:gd name="connsiteX15" fmla="*/ -51 w 2295293"/>
              <a:gd name="connsiteY15" fmla="*/ 2005626 h 2575397"/>
              <a:gd name="connsiteX16" fmla="*/ -51 w 2295293"/>
              <a:gd name="connsiteY16" fmla="*/ 2557080 h 2575397"/>
              <a:gd name="connsiteX17" fmla="*/ 18185 w 2295293"/>
              <a:gd name="connsiteY17" fmla="*/ 2575316 h 2575397"/>
              <a:gd name="connsiteX18" fmla="*/ 2277006 w 2295293"/>
              <a:gd name="connsiteY18" fmla="*/ 2575316 h 2575397"/>
              <a:gd name="connsiteX19" fmla="*/ 2295242 w 2295293"/>
              <a:gd name="connsiteY19" fmla="*/ 2557080 h 2575397"/>
              <a:gd name="connsiteX20" fmla="*/ 2295242 w 2295293"/>
              <a:gd name="connsiteY20" fmla="*/ 18155 h 2575397"/>
              <a:gd name="connsiteX21" fmla="*/ 2277006 w 2295293"/>
              <a:gd name="connsiteY21" fmla="*/ -81 h 257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295293" h="2575397">
                <a:moveTo>
                  <a:pt x="2277006" y="18155"/>
                </a:moveTo>
                <a:lnTo>
                  <a:pt x="2277006" y="2557080"/>
                </a:lnTo>
                <a:lnTo>
                  <a:pt x="18185" y="2557080"/>
                </a:lnTo>
                <a:lnTo>
                  <a:pt x="18185" y="2005383"/>
                </a:lnTo>
                <a:lnTo>
                  <a:pt x="510068" y="1287861"/>
                </a:lnTo>
                <a:lnTo>
                  <a:pt x="18185" y="570338"/>
                </a:lnTo>
                <a:lnTo>
                  <a:pt x="18185" y="18155"/>
                </a:lnTo>
                <a:lnTo>
                  <a:pt x="2277006" y="18155"/>
                </a:lnTo>
                <a:moveTo>
                  <a:pt x="2277006" y="-81"/>
                </a:moveTo>
                <a:lnTo>
                  <a:pt x="18185" y="-81"/>
                </a:lnTo>
                <a:cubicBezTo>
                  <a:pt x="8167" y="50"/>
                  <a:pt x="71" y="8137"/>
                  <a:pt x="-51" y="18155"/>
                </a:cubicBezTo>
                <a:lnTo>
                  <a:pt x="-51" y="570095"/>
                </a:lnTo>
                <a:cubicBezTo>
                  <a:pt x="-2" y="573742"/>
                  <a:pt x="1092" y="577292"/>
                  <a:pt x="3110" y="580307"/>
                </a:cubicBezTo>
                <a:lnTo>
                  <a:pt x="487942" y="1287861"/>
                </a:lnTo>
                <a:lnTo>
                  <a:pt x="3110" y="1995171"/>
                </a:lnTo>
                <a:cubicBezTo>
                  <a:pt x="1068" y="1998283"/>
                  <a:pt x="-27" y="2001906"/>
                  <a:pt x="-51" y="2005626"/>
                </a:cubicBezTo>
                <a:lnTo>
                  <a:pt x="-51" y="2557080"/>
                </a:lnTo>
                <a:cubicBezTo>
                  <a:pt x="-51" y="2567146"/>
                  <a:pt x="8119" y="2575316"/>
                  <a:pt x="18185" y="2575316"/>
                </a:cubicBezTo>
                <a:lnTo>
                  <a:pt x="2277006" y="2575316"/>
                </a:lnTo>
                <a:cubicBezTo>
                  <a:pt x="2287072" y="2575316"/>
                  <a:pt x="2295242" y="2567146"/>
                  <a:pt x="2295242" y="2557080"/>
                </a:cubicBezTo>
                <a:lnTo>
                  <a:pt x="2295242" y="18155"/>
                </a:lnTo>
                <a:cubicBezTo>
                  <a:pt x="2295121" y="8137"/>
                  <a:pt x="2287024" y="50"/>
                  <a:pt x="2277006" y="-81"/>
                </a:cubicBezTo>
                <a:close/>
              </a:path>
            </a:pathLst>
          </a:custGeom>
          <a:solidFill>
            <a:schemeClr val="accent4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9EDB400-1456-C4D9-5F09-5D4AE4F28D6B}"/>
              </a:ext>
            </a:extLst>
          </p:cNvPr>
          <p:cNvSpPr/>
          <p:nvPr/>
        </p:nvSpPr>
        <p:spPr>
          <a:xfrm>
            <a:off x="3362068" y="2122465"/>
            <a:ext cx="3053341" cy="2905588"/>
          </a:xfrm>
          <a:custGeom>
            <a:avLst/>
            <a:gdLst>
              <a:gd name="connsiteX0" fmla="*/ 2589448 w 3053341"/>
              <a:gd name="connsiteY0" fmla="*/ 2905508 h 2905588"/>
              <a:gd name="connsiteX1" fmla="*/ 36421 w 3053341"/>
              <a:gd name="connsiteY1" fmla="*/ 2905508 h 2905588"/>
              <a:gd name="connsiteX2" fmla="*/ -51 w 3053341"/>
              <a:gd name="connsiteY2" fmla="*/ 2869036 h 2905588"/>
              <a:gd name="connsiteX3" fmla="*/ -51 w 3053341"/>
              <a:gd name="connsiteY3" fmla="*/ 2124768 h 2905588"/>
              <a:gd name="connsiteX4" fmla="*/ 6271 w 3053341"/>
              <a:gd name="connsiteY4" fmla="*/ 2104343 h 2905588"/>
              <a:gd name="connsiteX5" fmla="*/ 454144 w 3053341"/>
              <a:gd name="connsiteY5" fmla="*/ 1452956 h 2905588"/>
              <a:gd name="connsiteX6" fmla="*/ 7486 w 3053341"/>
              <a:gd name="connsiteY6" fmla="*/ 801326 h 2905588"/>
              <a:gd name="connsiteX7" fmla="*/ 1165 w 3053341"/>
              <a:gd name="connsiteY7" fmla="*/ 780659 h 2905588"/>
              <a:gd name="connsiteX8" fmla="*/ 1165 w 3053341"/>
              <a:gd name="connsiteY8" fmla="*/ 36391 h 2905588"/>
              <a:gd name="connsiteX9" fmla="*/ 37636 w 3053341"/>
              <a:gd name="connsiteY9" fmla="*/ -81 h 2905588"/>
              <a:gd name="connsiteX10" fmla="*/ 2589448 w 3053341"/>
              <a:gd name="connsiteY10" fmla="*/ -81 h 2905588"/>
              <a:gd name="connsiteX11" fmla="*/ 2625920 w 3053341"/>
              <a:gd name="connsiteY11" fmla="*/ 36391 h 2905588"/>
              <a:gd name="connsiteX12" fmla="*/ 2625920 w 3053341"/>
              <a:gd name="connsiteY12" fmla="*/ 838771 h 2905588"/>
              <a:gd name="connsiteX13" fmla="*/ 3046561 w 3053341"/>
              <a:gd name="connsiteY13" fmla="*/ 1432775 h 2905588"/>
              <a:gd name="connsiteX14" fmla="*/ 3046561 w 3053341"/>
              <a:gd name="connsiteY14" fmla="*/ 1474839 h 2905588"/>
              <a:gd name="connsiteX15" fmla="*/ 2625920 w 3053341"/>
              <a:gd name="connsiteY15" fmla="*/ 2068601 h 2905588"/>
              <a:gd name="connsiteX16" fmla="*/ 2625920 w 3053341"/>
              <a:gd name="connsiteY16" fmla="*/ 2870981 h 2905588"/>
              <a:gd name="connsiteX17" fmla="*/ 2589448 w 3053341"/>
              <a:gd name="connsiteY17" fmla="*/ 2905508 h 2905588"/>
              <a:gd name="connsiteX18" fmla="*/ 73622 w 3053341"/>
              <a:gd name="connsiteY18" fmla="*/ 2832564 h 2905588"/>
              <a:gd name="connsiteX19" fmla="*/ 2553706 w 3053341"/>
              <a:gd name="connsiteY19" fmla="*/ 2832564 h 2905588"/>
              <a:gd name="connsiteX20" fmla="*/ 2553706 w 3053341"/>
              <a:gd name="connsiteY20" fmla="*/ 2056200 h 2905588"/>
              <a:gd name="connsiteX21" fmla="*/ 2560514 w 3053341"/>
              <a:gd name="connsiteY21" fmla="*/ 2035047 h 2905588"/>
              <a:gd name="connsiteX22" fmla="*/ 2973861 w 3053341"/>
              <a:gd name="connsiteY22" fmla="*/ 1452713 h 2905588"/>
              <a:gd name="connsiteX23" fmla="*/ 2560514 w 3053341"/>
              <a:gd name="connsiteY23" fmla="*/ 870623 h 2905588"/>
              <a:gd name="connsiteX24" fmla="*/ 2553706 w 3053341"/>
              <a:gd name="connsiteY24" fmla="*/ 849469 h 2905588"/>
              <a:gd name="connsiteX25" fmla="*/ 2553706 w 3053341"/>
              <a:gd name="connsiteY25" fmla="*/ 72862 h 2905588"/>
              <a:gd name="connsiteX26" fmla="*/ 73622 w 3053341"/>
              <a:gd name="connsiteY26" fmla="*/ 72862 h 2905588"/>
              <a:gd name="connsiteX27" fmla="*/ 73622 w 3053341"/>
              <a:gd name="connsiteY27" fmla="*/ 769474 h 2905588"/>
              <a:gd name="connsiteX28" fmla="*/ 527818 w 3053341"/>
              <a:gd name="connsiteY28" fmla="*/ 1432046 h 2905588"/>
              <a:gd name="connsiteX29" fmla="*/ 527818 w 3053341"/>
              <a:gd name="connsiteY29" fmla="*/ 1473381 h 2905588"/>
              <a:gd name="connsiteX30" fmla="*/ 74108 w 3053341"/>
              <a:gd name="connsiteY30" fmla="*/ 2136195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3341" h="2905588">
                <a:moveTo>
                  <a:pt x="2589448" y="2905508"/>
                </a:moveTo>
                <a:lnTo>
                  <a:pt x="36421" y="2905508"/>
                </a:lnTo>
                <a:cubicBezTo>
                  <a:pt x="16288" y="2905508"/>
                  <a:pt x="-51" y="2889168"/>
                  <a:pt x="-51" y="2869036"/>
                </a:cubicBezTo>
                <a:lnTo>
                  <a:pt x="-51" y="2124768"/>
                </a:lnTo>
                <a:cubicBezTo>
                  <a:pt x="-51" y="2117473"/>
                  <a:pt x="2162" y="2110349"/>
                  <a:pt x="6271" y="2104343"/>
                </a:cubicBezTo>
                <a:lnTo>
                  <a:pt x="454144" y="1452956"/>
                </a:lnTo>
                <a:lnTo>
                  <a:pt x="7486" y="801326"/>
                </a:lnTo>
                <a:cubicBezTo>
                  <a:pt x="3377" y="795223"/>
                  <a:pt x="1165" y="788026"/>
                  <a:pt x="1165" y="780659"/>
                </a:cubicBezTo>
                <a:lnTo>
                  <a:pt x="1165" y="36391"/>
                </a:lnTo>
                <a:cubicBezTo>
                  <a:pt x="1165" y="16248"/>
                  <a:pt x="17504" y="-81"/>
                  <a:pt x="37636" y="-81"/>
                </a:cubicBezTo>
                <a:lnTo>
                  <a:pt x="2589448" y="-81"/>
                </a:lnTo>
                <a:cubicBezTo>
                  <a:pt x="2609581" y="-81"/>
                  <a:pt x="2625920" y="16248"/>
                  <a:pt x="2625920" y="36391"/>
                </a:cubicBezTo>
                <a:lnTo>
                  <a:pt x="2625920" y="838771"/>
                </a:lnTo>
                <a:lnTo>
                  <a:pt x="3046561" y="1432775"/>
                </a:lnTo>
                <a:cubicBezTo>
                  <a:pt x="3055534" y="1445370"/>
                  <a:pt x="3055534" y="1462245"/>
                  <a:pt x="3046561" y="1474839"/>
                </a:cubicBezTo>
                <a:lnTo>
                  <a:pt x="2625920" y="2068601"/>
                </a:lnTo>
                <a:lnTo>
                  <a:pt x="2625920" y="2870981"/>
                </a:lnTo>
                <a:cubicBezTo>
                  <a:pt x="2624875" y="2890360"/>
                  <a:pt x="2608851" y="2905532"/>
                  <a:pt x="2589448" y="2905508"/>
                </a:cubicBezTo>
                <a:close/>
                <a:moveTo>
                  <a:pt x="73622" y="2832564"/>
                </a:moveTo>
                <a:lnTo>
                  <a:pt x="2553706" y="2832564"/>
                </a:lnTo>
                <a:lnTo>
                  <a:pt x="2553706" y="2056200"/>
                </a:lnTo>
                <a:cubicBezTo>
                  <a:pt x="2553730" y="2048614"/>
                  <a:pt x="2556088" y="2041223"/>
                  <a:pt x="2560514" y="2035047"/>
                </a:cubicBezTo>
                <a:lnTo>
                  <a:pt x="2973861" y="1452713"/>
                </a:lnTo>
                <a:lnTo>
                  <a:pt x="2560514" y="870623"/>
                </a:lnTo>
                <a:cubicBezTo>
                  <a:pt x="2556137" y="864423"/>
                  <a:pt x="2553779" y="857055"/>
                  <a:pt x="2553706" y="849469"/>
                </a:cubicBezTo>
                <a:lnTo>
                  <a:pt x="2553706" y="72862"/>
                </a:lnTo>
                <a:lnTo>
                  <a:pt x="73622" y="72862"/>
                </a:lnTo>
                <a:lnTo>
                  <a:pt x="73622" y="769474"/>
                </a:lnTo>
                <a:lnTo>
                  <a:pt x="527818" y="1432046"/>
                </a:lnTo>
                <a:cubicBezTo>
                  <a:pt x="536304" y="1444519"/>
                  <a:pt x="536304" y="1460907"/>
                  <a:pt x="527818" y="1473381"/>
                </a:cubicBezTo>
                <a:lnTo>
                  <a:pt x="74108" y="2136195"/>
                </a:lnTo>
                <a:close/>
              </a:path>
            </a:pathLst>
          </a:custGeom>
          <a:solidFill>
            <a:schemeClr val="accent3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D15285E-F82F-6F90-544D-760D77F31200}"/>
              </a:ext>
            </a:extLst>
          </p:cNvPr>
          <p:cNvSpPr/>
          <p:nvPr/>
        </p:nvSpPr>
        <p:spPr>
          <a:xfrm>
            <a:off x="3528380" y="2286832"/>
            <a:ext cx="2689796" cy="2576128"/>
          </a:xfrm>
          <a:custGeom>
            <a:avLst/>
            <a:gdLst>
              <a:gd name="connsiteX0" fmla="*/ 2277250 w 2689796"/>
              <a:gd name="connsiteY0" fmla="*/ 18884 h 2576128"/>
              <a:gd name="connsiteX1" fmla="*/ 2277250 w 2689796"/>
              <a:gd name="connsiteY1" fmla="*/ 731787 h 2576128"/>
              <a:gd name="connsiteX2" fmla="*/ 2671146 w 2689796"/>
              <a:gd name="connsiteY2" fmla="*/ 1288590 h 2576128"/>
              <a:gd name="connsiteX3" fmla="*/ 2277250 w 2689796"/>
              <a:gd name="connsiteY3" fmla="*/ 1844907 h 2576128"/>
              <a:gd name="connsiteX4" fmla="*/ 2277250 w 2689796"/>
              <a:gd name="connsiteY4" fmla="*/ 2557809 h 2576128"/>
              <a:gd name="connsiteX5" fmla="*/ 18185 w 2689796"/>
              <a:gd name="connsiteY5" fmla="*/ 2557809 h 2576128"/>
              <a:gd name="connsiteX6" fmla="*/ 18185 w 2689796"/>
              <a:gd name="connsiteY6" fmla="*/ 2006112 h 2576128"/>
              <a:gd name="connsiteX7" fmla="*/ 510068 w 2689796"/>
              <a:gd name="connsiteY7" fmla="*/ 1288590 h 2576128"/>
              <a:gd name="connsiteX8" fmla="*/ 18185 w 2689796"/>
              <a:gd name="connsiteY8" fmla="*/ 571068 h 2576128"/>
              <a:gd name="connsiteX9" fmla="*/ 18185 w 2689796"/>
              <a:gd name="connsiteY9" fmla="*/ 18884 h 2576128"/>
              <a:gd name="connsiteX10" fmla="*/ 2277250 w 2689796"/>
              <a:gd name="connsiteY10" fmla="*/ 18884 h 2576128"/>
              <a:gd name="connsiteX11" fmla="*/ 2277250 w 2689796"/>
              <a:gd name="connsiteY11" fmla="*/ 648 h 2576128"/>
              <a:gd name="connsiteX12" fmla="*/ 18185 w 2689796"/>
              <a:gd name="connsiteY12" fmla="*/ 648 h 2576128"/>
              <a:gd name="connsiteX13" fmla="*/ -51 w 2689796"/>
              <a:gd name="connsiteY13" fmla="*/ 18884 h 2576128"/>
              <a:gd name="connsiteX14" fmla="*/ -51 w 2689796"/>
              <a:gd name="connsiteY14" fmla="*/ 570825 h 2576128"/>
              <a:gd name="connsiteX15" fmla="*/ 3110 w 2689796"/>
              <a:gd name="connsiteY15" fmla="*/ 581037 h 2576128"/>
              <a:gd name="connsiteX16" fmla="*/ 487942 w 2689796"/>
              <a:gd name="connsiteY16" fmla="*/ 1288590 h 2576128"/>
              <a:gd name="connsiteX17" fmla="*/ 3110 w 2689796"/>
              <a:gd name="connsiteY17" fmla="*/ 1995900 h 2576128"/>
              <a:gd name="connsiteX18" fmla="*/ -51 w 2689796"/>
              <a:gd name="connsiteY18" fmla="*/ 2006356 h 2576128"/>
              <a:gd name="connsiteX19" fmla="*/ -51 w 2689796"/>
              <a:gd name="connsiteY19" fmla="*/ 2557809 h 2576128"/>
              <a:gd name="connsiteX20" fmla="*/ 18185 w 2689796"/>
              <a:gd name="connsiteY20" fmla="*/ 2576045 h 2576128"/>
              <a:gd name="connsiteX21" fmla="*/ 2277250 w 2689796"/>
              <a:gd name="connsiteY21" fmla="*/ 2576045 h 2576128"/>
              <a:gd name="connsiteX22" fmla="*/ 2295485 w 2689796"/>
              <a:gd name="connsiteY22" fmla="*/ 2558296 h 2576128"/>
              <a:gd name="connsiteX23" fmla="*/ 2295485 w 2689796"/>
              <a:gd name="connsiteY23" fmla="*/ 2557809 h 2576128"/>
              <a:gd name="connsiteX24" fmla="*/ 2295485 w 2689796"/>
              <a:gd name="connsiteY24" fmla="*/ 1850742 h 2576128"/>
              <a:gd name="connsiteX25" fmla="*/ 2686463 w 2689796"/>
              <a:gd name="connsiteY25" fmla="*/ 1299045 h 2576128"/>
              <a:gd name="connsiteX26" fmla="*/ 2686463 w 2689796"/>
              <a:gd name="connsiteY26" fmla="*/ 1277892 h 2576128"/>
              <a:gd name="connsiteX27" fmla="*/ 2295485 w 2689796"/>
              <a:gd name="connsiteY27" fmla="*/ 725951 h 2576128"/>
              <a:gd name="connsiteX28" fmla="*/ 2295485 w 2689796"/>
              <a:gd name="connsiteY28" fmla="*/ 18884 h 2576128"/>
              <a:gd name="connsiteX29" fmla="*/ 2278003 w 2689796"/>
              <a:gd name="connsiteY29" fmla="*/ -67 h 2576128"/>
              <a:gd name="connsiteX30" fmla="*/ 2277250 w 2689796"/>
              <a:gd name="connsiteY30" fmla="*/ -81 h 257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689796" h="2576128">
                <a:moveTo>
                  <a:pt x="2277250" y="18884"/>
                </a:moveTo>
                <a:lnTo>
                  <a:pt x="2277250" y="731787"/>
                </a:lnTo>
                <a:lnTo>
                  <a:pt x="2671146" y="1288590"/>
                </a:lnTo>
                <a:lnTo>
                  <a:pt x="2277250" y="1844907"/>
                </a:lnTo>
                <a:lnTo>
                  <a:pt x="2277250" y="2557809"/>
                </a:lnTo>
                <a:lnTo>
                  <a:pt x="18185" y="2557809"/>
                </a:lnTo>
                <a:lnTo>
                  <a:pt x="18185" y="2006112"/>
                </a:lnTo>
                <a:lnTo>
                  <a:pt x="510068" y="1288590"/>
                </a:lnTo>
                <a:lnTo>
                  <a:pt x="18185" y="571068"/>
                </a:lnTo>
                <a:lnTo>
                  <a:pt x="18185" y="18884"/>
                </a:lnTo>
                <a:lnTo>
                  <a:pt x="2277250" y="18884"/>
                </a:lnTo>
                <a:moveTo>
                  <a:pt x="2277250" y="648"/>
                </a:moveTo>
                <a:lnTo>
                  <a:pt x="18185" y="648"/>
                </a:lnTo>
                <a:cubicBezTo>
                  <a:pt x="8167" y="780"/>
                  <a:pt x="71" y="8866"/>
                  <a:pt x="-51" y="18884"/>
                </a:cubicBezTo>
                <a:lnTo>
                  <a:pt x="-51" y="570825"/>
                </a:lnTo>
                <a:cubicBezTo>
                  <a:pt x="-3" y="574472"/>
                  <a:pt x="1092" y="578022"/>
                  <a:pt x="3110" y="581037"/>
                </a:cubicBezTo>
                <a:lnTo>
                  <a:pt x="487942" y="1288590"/>
                </a:lnTo>
                <a:lnTo>
                  <a:pt x="3110" y="1995900"/>
                </a:lnTo>
                <a:cubicBezTo>
                  <a:pt x="1067" y="1999013"/>
                  <a:pt x="-27" y="2002635"/>
                  <a:pt x="-51" y="2006356"/>
                </a:cubicBezTo>
                <a:lnTo>
                  <a:pt x="-51" y="2557809"/>
                </a:lnTo>
                <a:cubicBezTo>
                  <a:pt x="-51" y="2567876"/>
                  <a:pt x="8119" y="2576045"/>
                  <a:pt x="18185" y="2576045"/>
                </a:cubicBezTo>
                <a:lnTo>
                  <a:pt x="2277250" y="2576045"/>
                </a:lnTo>
                <a:cubicBezTo>
                  <a:pt x="2287194" y="2576191"/>
                  <a:pt x="2295339" y="2568240"/>
                  <a:pt x="2295485" y="2558296"/>
                </a:cubicBezTo>
                <a:cubicBezTo>
                  <a:pt x="2295485" y="2558126"/>
                  <a:pt x="2295485" y="2557980"/>
                  <a:pt x="2295485" y="2557809"/>
                </a:cubicBezTo>
                <a:lnTo>
                  <a:pt x="2295485" y="1850742"/>
                </a:lnTo>
                <a:lnTo>
                  <a:pt x="2686463" y="1299045"/>
                </a:lnTo>
                <a:cubicBezTo>
                  <a:pt x="2690840" y="1292675"/>
                  <a:pt x="2690840" y="1284262"/>
                  <a:pt x="2686463" y="1277892"/>
                </a:cubicBezTo>
                <a:lnTo>
                  <a:pt x="2295485" y="725951"/>
                </a:lnTo>
                <a:lnTo>
                  <a:pt x="2295485" y="18884"/>
                </a:lnTo>
                <a:cubicBezTo>
                  <a:pt x="2295899" y="8820"/>
                  <a:pt x="2288045" y="337"/>
                  <a:pt x="2278003" y="-67"/>
                </a:cubicBezTo>
                <a:cubicBezTo>
                  <a:pt x="2277736" y="-76"/>
                  <a:pt x="2277493" y="-81"/>
                  <a:pt x="2277250" y="-81"/>
                </a:cubicBezTo>
                <a:close/>
              </a:path>
            </a:pathLst>
          </a:custGeom>
          <a:solidFill>
            <a:schemeClr val="accent3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1" name="Freeform: Shape 300">
            <a:extLst>
              <a:ext uri="{FF2B5EF4-FFF2-40B4-BE49-F238E27FC236}">
                <a16:creationId xmlns:a16="http://schemas.microsoft.com/office/drawing/2014/main" id="{BE27F2A9-1785-DFB7-954C-2920D35BEE94}"/>
              </a:ext>
            </a:extLst>
          </p:cNvPr>
          <p:cNvSpPr/>
          <p:nvPr/>
        </p:nvSpPr>
        <p:spPr>
          <a:xfrm>
            <a:off x="6214254" y="2122465"/>
            <a:ext cx="3053341" cy="2905588"/>
          </a:xfrm>
          <a:custGeom>
            <a:avLst/>
            <a:gdLst>
              <a:gd name="connsiteX0" fmla="*/ 2589448 w 3053341"/>
              <a:gd name="connsiteY0" fmla="*/ 2905508 h 2905588"/>
              <a:gd name="connsiteX1" fmla="*/ 36421 w 3053341"/>
              <a:gd name="connsiteY1" fmla="*/ 2905508 h 2905588"/>
              <a:gd name="connsiteX2" fmla="*/ -51 w 3053341"/>
              <a:gd name="connsiteY2" fmla="*/ 2869036 h 2905588"/>
              <a:gd name="connsiteX3" fmla="*/ -51 w 3053341"/>
              <a:gd name="connsiteY3" fmla="*/ 2124768 h 2905588"/>
              <a:gd name="connsiteX4" fmla="*/ 6271 w 3053341"/>
              <a:gd name="connsiteY4" fmla="*/ 2104343 h 2905588"/>
              <a:gd name="connsiteX5" fmla="*/ 454144 w 3053341"/>
              <a:gd name="connsiteY5" fmla="*/ 1452956 h 2905588"/>
              <a:gd name="connsiteX6" fmla="*/ 7486 w 3053341"/>
              <a:gd name="connsiteY6" fmla="*/ 801326 h 2905588"/>
              <a:gd name="connsiteX7" fmla="*/ 1165 w 3053341"/>
              <a:gd name="connsiteY7" fmla="*/ 780659 h 2905588"/>
              <a:gd name="connsiteX8" fmla="*/ 1165 w 3053341"/>
              <a:gd name="connsiteY8" fmla="*/ 36391 h 2905588"/>
              <a:gd name="connsiteX9" fmla="*/ 37636 w 3053341"/>
              <a:gd name="connsiteY9" fmla="*/ -81 h 2905588"/>
              <a:gd name="connsiteX10" fmla="*/ 2589448 w 3053341"/>
              <a:gd name="connsiteY10" fmla="*/ -81 h 2905588"/>
              <a:gd name="connsiteX11" fmla="*/ 2625920 w 3053341"/>
              <a:gd name="connsiteY11" fmla="*/ 36391 h 2905588"/>
              <a:gd name="connsiteX12" fmla="*/ 2625920 w 3053341"/>
              <a:gd name="connsiteY12" fmla="*/ 838771 h 2905588"/>
              <a:gd name="connsiteX13" fmla="*/ 3046561 w 3053341"/>
              <a:gd name="connsiteY13" fmla="*/ 1432775 h 2905588"/>
              <a:gd name="connsiteX14" fmla="*/ 3046561 w 3053341"/>
              <a:gd name="connsiteY14" fmla="*/ 1474839 h 2905588"/>
              <a:gd name="connsiteX15" fmla="*/ 2625920 w 3053341"/>
              <a:gd name="connsiteY15" fmla="*/ 2068601 h 2905588"/>
              <a:gd name="connsiteX16" fmla="*/ 2625920 w 3053341"/>
              <a:gd name="connsiteY16" fmla="*/ 2870981 h 2905588"/>
              <a:gd name="connsiteX17" fmla="*/ 2589448 w 3053341"/>
              <a:gd name="connsiteY17" fmla="*/ 2905508 h 2905588"/>
              <a:gd name="connsiteX18" fmla="*/ 73622 w 3053341"/>
              <a:gd name="connsiteY18" fmla="*/ 2832564 h 2905588"/>
              <a:gd name="connsiteX19" fmla="*/ 2553706 w 3053341"/>
              <a:gd name="connsiteY19" fmla="*/ 2832564 h 2905588"/>
              <a:gd name="connsiteX20" fmla="*/ 2553706 w 3053341"/>
              <a:gd name="connsiteY20" fmla="*/ 2056200 h 2905588"/>
              <a:gd name="connsiteX21" fmla="*/ 2560514 w 3053341"/>
              <a:gd name="connsiteY21" fmla="*/ 2035047 h 2905588"/>
              <a:gd name="connsiteX22" fmla="*/ 2973861 w 3053341"/>
              <a:gd name="connsiteY22" fmla="*/ 1452713 h 2905588"/>
              <a:gd name="connsiteX23" fmla="*/ 2560514 w 3053341"/>
              <a:gd name="connsiteY23" fmla="*/ 870623 h 2905588"/>
              <a:gd name="connsiteX24" fmla="*/ 2553706 w 3053341"/>
              <a:gd name="connsiteY24" fmla="*/ 849469 h 2905588"/>
              <a:gd name="connsiteX25" fmla="*/ 2553706 w 3053341"/>
              <a:gd name="connsiteY25" fmla="*/ 72862 h 2905588"/>
              <a:gd name="connsiteX26" fmla="*/ 73622 w 3053341"/>
              <a:gd name="connsiteY26" fmla="*/ 72862 h 2905588"/>
              <a:gd name="connsiteX27" fmla="*/ 73622 w 3053341"/>
              <a:gd name="connsiteY27" fmla="*/ 769474 h 2905588"/>
              <a:gd name="connsiteX28" fmla="*/ 527818 w 3053341"/>
              <a:gd name="connsiteY28" fmla="*/ 1432046 h 2905588"/>
              <a:gd name="connsiteX29" fmla="*/ 527818 w 3053341"/>
              <a:gd name="connsiteY29" fmla="*/ 1473381 h 2905588"/>
              <a:gd name="connsiteX30" fmla="*/ 74108 w 3053341"/>
              <a:gd name="connsiteY30" fmla="*/ 2136195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3341" h="2905588">
                <a:moveTo>
                  <a:pt x="2589448" y="2905508"/>
                </a:moveTo>
                <a:lnTo>
                  <a:pt x="36421" y="2905508"/>
                </a:lnTo>
                <a:cubicBezTo>
                  <a:pt x="16288" y="2905508"/>
                  <a:pt x="-51" y="2889168"/>
                  <a:pt x="-51" y="2869036"/>
                </a:cubicBezTo>
                <a:lnTo>
                  <a:pt x="-51" y="2124768"/>
                </a:lnTo>
                <a:cubicBezTo>
                  <a:pt x="-51" y="2117473"/>
                  <a:pt x="2162" y="2110349"/>
                  <a:pt x="6271" y="2104343"/>
                </a:cubicBezTo>
                <a:lnTo>
                  <a:pt x="454144" y="1452956"/>
                </a:lnTo>
                <a:lnTo>
                  <a:pt x="7486" y="801326"/>
                </a:lnTo>
                <a:cubicBezTo>
                  <a:pt x="3377" y="795223"/>
                  <a:pt x="1165" y="788026"/>
                  <a:pt x="1165" y="780659"/>
                </a:cubicBezTo>
                <a:lnTo>
                  <a:pt x="1165" y="36391"/>
                </a:lnTo>
                <a:cubicBezTo>
                  <a:pt x="1165" y="16248"/>
                  <a:pt x="17504" y="-81"/>
                  <a:pt x="37636" y="-81"/>
                </a:cubicBezTo>
                <a:lnTo>
                  <a:pt x="2589448" y="-81"/>
                </a:lnTo>
                <a:cubicBezTo>
                  <a:pt x="2609581" y="-81"/>
                  <a:pt x="2625920" y="16248"/>
                  <a:pt x="2625920" y="36391"/>
                </a:cubicBezTo>
                <a:lnTo>
                  <a:pt x="2625920" y="838771"/>
                </a:lnTo>
                <a:lnTo>
                  <a:pt x="3046561" y="1432775"/>
                </a:lnTo>
                <a:cubicBezTo>
                  <a:pt x="3055534" y="1445370"/>
                  <a:pt x="3055534" y="1462245"/>
                  <a:pt x="3046561" y="1474839"/>
                </a:cubicBezTo>
                <a:lnTo>
                  <a:pt x="2625920" y="2068601"/>
                </a:lnTo>
                <a:lnTo>
                  <a:pt x="2625920" y="2870981"/>
                </a:lnTo>
                <a:cubicBezTo>
                  <a:pt x="2624875" y="2890360"/>
                  <a:pt x="2608851" y="2905532"/>
                  <a:pt x="2589448" y="2905508"/>
                </a:cubicBezTo>
                <a:close/>
                <a:moveTo>
                  <a:pt x="73622" y="2832564"/>
                </a:moveTo>
                <a:lnTo>
                  <a:pt x="2553706" y="2832564"/>
                </a:lnTo>
                <a:lnTo>
                  <a:pt x="2553706" y="2056200"/>
                </a:lnTo>
                <a:cubicBezTo>
                  <a:pt x="2553730" y="2048614"/>
                  <a:pt x="2556088" y="2041223"/>
                  <a:pt x="2560514" y="2035047"/>
                </a:cubicBezTo>
                <a:lnTo>
                  <a:pt x="2973861" y="1452713"/>
                </a:lnTo>
                <a:lnTo>
                  <a:pt x="2560514" y="870623"/>
                </a:lnTo>
                <a:cubicBezTo>
                  <a:pt x="2556137" y="864423"/>
                  <a:pt x="2553779" y="857055"/>
                  <a:pt x="2553706" y="849469"/>
                </a:cubicBezTo>
                <a:lnTo>
                  <a:pt x="2553706" y="72862"/>
                </a:lnTo>
                <a:lnTo>
                  <a:pt x="73622" y="72862"/>
                </a:lnTo>
                <a:lnTo>
                  <a:pt x="73622" y="769474"/>
                </a:lnTo>
                <a:lnTo>
                  <a:pt x="527818" y="1432046"/>
                </a:lnTo>
                <a:cubicBezTo>
                  <a:pt x="536304" y="1444519"/>
                  <a:pt x="536304" y="1460907"/>
                  <a:pt x="527818" y="1473381"/>
                </a:cubicBezTo>
                <a:lnTo>
                  <a:pt x="74108" y="2136195"/>
                </a:lnTo>
                <a:close/>
              </a:path>
            </a:pathLst>
          </a:custGeom>
          <a:solidFill>
            <a:schemeClr val="accent1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2" name="Freeform: Shape 301">
            <a:extLst>
              <a:ext uri="{FF2B5EF4-FFF2-40B4-BE49-F238E27FC236}">
                <a16:creationId xmlns:a16="http://schemas.microsoft.com/office/drawing/2014/main" id="{C03FFC34-4227-BB10-FBF2-6E3F9781D1F3}"/>
              </a:ext>
            </a:extLst>
          </p:cNvPr>
          <p:cNvSpPr/>
          <p:nvPr/>
        </p:nvSpPr>
        <p:spPr>
          <a:xfrm>
            <a:off x="6380566" y="2286832"/>
            <a:ext cx="2689796" cy="2576128"/>
          </a:xfrm>
          <a:custGeom>
            <a:avLst/>
            <a:gdLst>
              <a:gd name="connsiteX0" fmla="*/ 2277250 w 2689796"/>
              <a:gd name="connsiteY0" fmla="*/ 18884 h 2576128"/>
              <a:gd name="connsiteX1" fmla="*/ 2277250 w 2689796"/>
              <a:gd name="connsiteY1" fmla="*/ 731787 h 2576128"/>
              <a:gd name="connsiteX2" fmla="*/ 2671146 w 2689796"/>
              <a:gd name="connsiteY2" fmla="*/ 1288590 h 2576128"/>
              <a:gd name="connsiteX3" fmla="*/ 2277250 w 2689796"/>
              <a:gd name="connsiteY3" fmla="*/ 1844907 h 2576128"/>
              <a:gd name="connsiteX4" fmla="*/ 2277250 w 2689796"/>
              <a:gd name="connsiteY4" fmla="*/ 2557809 h 2576128"/>
              <a:gd name="connsiteX5" fmla="*/ 18185 w 2689796"/>
              <a:gd name="connsiteY5" fmla="*/ 2557809 h 2576128"/>
              <a:gd name="connsiteX6" fmla="*/ 18185 w 2689796"/>
              <a:gd name="connsiteY6" fmla="*/ 2006112 h 2576128"/>
              <a:gd name="connsiteX7" fmla="*/ 510068 w 2689796"/>
              <a:gd name="connsiteY7" fmla="*/ 1288590 h 2576128"/>
              <a:gd name="connsiteX8" fmla="*/ 18185 w 2689796"/>
              <a:gd name="connsiteY8" fmla="*/ 571068 h 2576128"/>
              <a:gd name="connsiteX9" fmla="*/ 18185 w 2689796"/>
              <a:gd name="connsiteY9" fmla="*/ 18884 h 2576128"/>
              <a:gd name="connsiteX10" fmla="*/ 2277250 w 2689796"/>
              <a:gd name="connsiteY10" fmla="*/ 18884 h 2576128"/>
              <a:gd name="connsiteX11" fmla="*/ 2277250 w 2689796"/>
              <a:gd name="connsiteY11" fmla="*/ 648 h 2576128"/>
              <a:gd name="connsiteX12" fmla="*/ 18185 w 2689796"/>
              <a:gd name="connsiteY12" fmla="*/ 648 h 2576128"/>
              <a:gd name="connsiteX13" fmla="*/ -51 w 2689796"/>
              <a:gd name="connsiteY13" fmla="*/ 18884 h 2576128"/>
              <a:gd name="connsiteX14" fmla="*/ -51 w 2689796"/>
              <a:gd name="connsiteY14" fmla="*/ 570825 h 2576128"/>
              <a:gd name="connsiteX15" fmla="*/ 3110 w 2689796"/>
              <a:gd name="connsiteY15" fmla="*/ 581037 h 2576128"/>
              <a:gd name="connsiteX16" fmla="*/ 487942 w 2689796"/>
              <a:gd name="connsiteY16" fmla="*/ 1288590 h 2576128"/>
              <a:gd name="connsiteX17" fmla="*/ 3110 w 2689796"/>
              <a:gd name="connsiteY17" fmla="*/ 1995900 h 2576128"/>
              <a:gd name="connsiteX18" fmla="*/ -51 w 2689796"/>
              <a:gd name="connsiteY18" fmla="*/ 2006356 h 2576128"/>
              <a:gd name="connsiteX19" fmla="*/ -51 w 2689796"/>
              <a:gd name="connsiteY19" fmla="*/ 2557809 h 2576128"/>
              <a:gd name="connsiteX20" fmla="*/ 18185 w 2689796"/>
              <a:gd name="connsiteY20" fmla="*/ 2576045 h 2576128"/>
              <a:gd name="connsiteX21" fmla="*/ 2277250 w 2689796"/>
              <a:gd name="connsiteY21" fmla="*/ 2576045 h 2576128"/>
              <a:gd name="connsiteX22" fmla="*/ 2295485 w 2689796"/>
              <a:gd name="connsiteY22" fmla="*/ 2558296 h 2576128"/>
              <a:gd name="connsiteX23" fmla="*/ 2295485 w 2689796"/>
              <a:gd name="connsiteY23" fmla="*/ 2557809 h 2576128"/>
              <a:gd name="connsiteX24" fmla="*/ 2295485 w 2689796"/>
              <a:gd name="connsiteY24" fmla="*/ 1850742 h 2576128"/>
              <a:gd name="connsiteX25" fmla="*/ 2686463 w 2689796"/>
              <a:gd name="connsiteY25" fmla="*/ 1299045 h 2576128"/>
              <a:gd name="connsiteX26" fmla="*/ 2686463 w 2689796"/>
              <a:gd name="connsiteY26" fmla="*/ 1277892 h 2576128"/>
              <a:gd name="connsiteX27" fmla="*/ 2295485 w 2689796"/>
              <a:gd name="connsiteY27" fmla="*/ 725951 h 2576128"/>
              <a:gd name="connsiteX28" fmla="*/ 2295485 w 2689796"/>
              <a:gd name="connsiteY28" fmla="*/ 18884 h 2576128"/>
              <a:gd name="connsiteX29" fmla="*/ 2278003 w 2689796"/>
              <a:gd name="connsiteY29" fmla="*/ -67 h 2576128"/>
              <a:gd name="connsiteX30" fmla="*/ 2277250 w 2689796"/>
              <a:gd name="connsiteY30" fmla="*/ -81 h 257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689796" h="2576128">
                <a:moveTo>
                  <a:pt x="2277250" y="18884"/>
                </a:moveTo>
                <a:lnTo>
                  <a:pt x="2277250" y="731787"/>
                </a:lnTo>
                <a:lnTo>
                  <a:pt x="2671146" y="1288590"/>
                </a:lnTo>
                <a:lnTo>
                  <a:pt x="2277250" y="1844907"/>
                </a:lnTo>
                <a:lnTo>
                  <a:pt x="2277250" y="2557809"/>
                </a:lnTo>
                <a:lnTo>
                  <a:pt x="18185" y="2557809"/>
                </a:lnTo>
                <a:lnTo>
                  <a:pt x="18185" y="2006112"/>
                </a:lnTo>
                <a:lnTo>
                  <a:pt x="510068" y="1288590"/>
                </a:lnTo>
                <a:lnTo>
                  <a:pt x="18185" y="571068"/>
                </a:lnTo>
                <a:lnTo>
                  <a:pt x="18185" y="18884"/>
                </a:lnTo>
                <a:lnTo>
                  <a:pt x="2277250" y="18884"/>
                </a:lnTo>
                <a:moveTo>
                  <a:pt x="2277250" y="648"/>
                </a:moveTo>
                <a:lnTo>
                  <a:pt x="18185" y="648"/>
                </a:lnTo>
                <a:cubicBezTo>
                  <a:pt x="8167" y="780"/>
                  <a:pt x="71" y="8866"/>
                  <a:pt x="-51" y="18884"/>
                </a:cubicBezTo>
                <a:lnTo>
                  <a:pt x="-51" y="570825"/>
                </a:lnTo>
                <a:cubicBezTo>
                  <a:pt x="-3" y="574472"/>
                  <a:pt x="1092" y="578022"/>
                  <a:pt x="3110" y="581037"/>
                </a:cubicBezTo>
                <a:lnTo>
                  <a:pt x="487942" y="1288590"/>
                </a:lnTo>
                <a:lnTo>
                  <a:pt x="3110" y="1995900"/>
                </a:lnTo>
                <a:cubicBezTo>
                  <a:pt x="1067" y="1999013"/>
                  <a:pt x="-27" y="2002635"/>
                  <a:pt x="-51" y="2006356"/>
                </a:cubicBezTo>
                <a:lnTo>
                  <a:pt x="-51" y="2557809"/>
                </a:lnTo>
                <a:cubicBezTo>
                  <a:pt x="-51" y="2567876"/>
                  <a:pt x="8119" y="2576045"/>
                  <a:pt x="18185" y="2576045"/>
                </a:cubicBezTo>
                <a:lnTo>
                  <a:pt x="2277250" y="2576045"/>
                </a:lnTo>
                <a:cubicBezTo>
                  <a:pt x="2287194" y="2576191"/>
                  <a:pt x="2295339" y="2568240"/>
                  <a:pt x="2295485" y="2558296"/>
                </a:cubicBezTo>
                <a:cubicBezTo>
                  <a:pt x="2295485" y="2558126"/>
                  <a:pt x="2295485" y="2557980"/>
                  <a:pt x="2295485" y="2557809"/>
                </a:cubicBezTo>
                <a:lnTo>
                  <a:pt x="2295485" y="1850742"/>
                </a:lnTo>
                <a:lnTo>
                  <a:pt x="2686463" y="1299045"/>
                </a:lnTo>
                <a:cubicBezTo>
                  <a:pt x="2690840" y="1292675"/>
                  <a:pt x="2690840" y="1284262"/>
                  <a:pt x="2686463" y="1277892"/>
                </a:cubicBezTo>
                <a:lnTo>
                  <a:pt x="2295485" y="725951"/>
                </a:lnTo>
                <a:lnTo>
                  <a:pt x="2295485" y="18884"/>
                </a:lnTo>
                <a:cubicBezTo>
                  <a:pt x="2295899" y="8820"/>
                  <a:pt x="2288045" y="337"/>
                  <a:pt x="2278003" y="-67"/>
                </a:cubicBezTo>
                <a:cubicBezTo>
                  <a:pt x="2277736" y="-76"/>
                  <a:pt x="2277493" y="-81"/>
                  <a:pt x="2277250" y="-81"/>
                </a:cubicBezTo>
                <a:close/>
              </a:path>
            </a:pathLst>
          </a:custGeom>
          <a:solidFill>
            <a:schemeClr val="accent1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B0B3D01C-E0C0-AC2B-3226-297ED58604CA}"/>
              </a:ext>
            </a:extLst>
          </p:cNvPr>
          <p:cNvSpPr txBox="1"/>
          <p:nvPr/>
        </p:nvSpPr>
        <p:spPr>
          <a:xfrm>
            <a:off x="837157" y="3280068"/>
            <a:ext cx="211228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Reduced time to hire is achieved by using the reduced time delays in communication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85FC874F-12A1-CA14-CB10-8D0D31AAD624}"/>
              </a:ext>
            </a:extLst>
          </p:cNvPr>
          <p:cNvSpPr txBox="1"/>
          <p:nvPr/>
        </p:nvSpPr>
        <p:spPr>
          <a:xfrm>
            <a:off x="4061973" y="3280068"/>
            <a:ext cx="19042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effectLst/>
                <a:latin typeface="Montserrat" panose="00000500000000000000" pitchFamily="2" charset="0"/>
              </a:rPr>
              <a:t>Managers and recruitment specialists should be able to leverage a Talent Pool.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67D993C6-E1EF-1524-DADF-5E0A526112C2}"/>
              </a:ext>
            </a:extLst>
          </p:cNvPr>
          <p:cNvSpPr txBox="1"/>
          <p:nvPr/>
        </p:nvSpPr>
        <p:spPr>
          <a:xfrm>
            <a:off x="6929526" y="3280068"/>
            <a:ext cx="17513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effectLst/>
                <a:latin typeface="Montserrat" panose="00000500000000000000" pitchFamily="2" charset="0"/>
              </a:rPr>
              <a:t>Electronic candidate screening as part of the online application process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E4C1B0BB-4154-AAA1-8CBC-473AC98F60E2}"/>
              </a:ext>
            </a:extLst>
          </p:cNvPr>
          <p:cNvSpPr txBox="1"/>
          <p:nvPr/>
        </p:nvSpPr>
        <p:spPr>
          <a:xfrm>
            <a:off x="9766345" y="3280068"/>
            <a:ext cx="18175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latin typeface="Montserrat" panose="00000500000000000000" pitchFamily="2" charset="0"/>
              </a:rPr>
              <a:t>Manual processes need to be automated &amp; reduce the need for printed documentation.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6673F42E-B093-3B66-D96E-E1E9B660E543}"/>
              </a:ext>
            </a:extLst>
          </p:cNvPr>
          <p:cNvSpPr txBox="1"/>
          <p:nvPr/>
        </p:nvSpPr>
        <p:spPr>
          <a:xfrm>
            <a:off x="837157" y="2619747"/>
            <a:ext cx="12395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effectLst/>
                <a:latin typeface="Montserrat" panose="00000500000000000000" pitchFamily="2" charset="0"/>
              </a:rPr>
              <a:t>Time to Hire</a:t>
            </a:r>
            <a:endParaRPr lang="en-US" sz="1600" b="1" dirty="0">
              <a:latin typeface="Montserrat" panose="00000500000000000000" pitchFamily="2" charset="0"/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31440640-B663-0E46-C889-3B172F54AAEA}"/>
              </a:ext>
            </a:extLst>
          </p:cNvPr>
          <p:cNvSpPr txBox="1"/>
          <p:nvPr/>
        </p:nvSpPr>
        <p:spPr>
          <a:xfrm>
            <a:off x="4061973" y="2619747"/>
            <a:ext cx="13351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Cost Per Hire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6B1AFEE-15A4-85A2-4A56-3A927A382DF0}"/>
              </a:ext>
            </a:extLst>
          </p:cNvPr>
          <p:cNvSpPr txBox="1"/>
          <p:nvPr/>
        </p:nvSpPr>
        <p:spPr>
          <a:xfrm>
            <a:off x="6929526" y="2619747"/>
            <a:ext cx="1326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Candidate Quality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AB81F13B-A5AD-E812-90CB-CD8B9AD8EC3B}"/>
              </a:ext>
            </a:extLst>
          </p:cNvPr>
          <p:cNvSpPr txBox="1"/>
          <p:nvPr/>
        </p:nvSpPr>
        <p:spPr>
          <a:xfrm>
            <a:off x="9766345" y="2619747"/>
            <a:ext cx="16425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Recruitment Efficiency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DECC5E64-382B-AA74-FB40-6E26A3EB05A8}"/>
              </a:ext>
            </a:extLst>
          </p:cNvPr>
          <p:cNvSpPr txBox="1"/>
          <p:nvPr/>
        </p:nvSpPr>
        <p:spPr>
          <a:xfrm>
            <a:off x="0" y="645551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Recruitment Process Improvement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youts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BA8F0"/>
      </a:accent1>
      <a:accent2>
        <a:srgbClr val="F24C00"/>
      </a:accent2>
      <a:accent3>
        <a:srgbClr val="9A4EF0"/>
      </a:accent3>
      <a:accent4>
        <a:srgbClr val="F9D030"/>
      </a:accent4>
      <a:accent5>
        <a:srgbClr val="B5BAD0"/>
      </a:accent5>
      <a:accent6>
        <a:srgbClr val="D9D9D9"/>
      </a:accent6>
      <a:hlink>
        <a:srgbClr val="0097A7"/>
      </a:hlink>
      <a:folHlink>
        <a:srgbClr val="0097A7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eaa6df-661f-4604-8cff-c91cf36610a5">
      <Terms xmlns="http://schemas.microsoft.com/office/infopath/2007/PartnerControls"/>
    </lcf76f155ced4ddcb4097134ff3c332f>
    <TaxCatchAll xmlns="5de708c7-6ebf-4b51-a995-ecc64498b67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C9A12D594F4146A736B61C75F2A9F0" ma:contentTypeVersion="17" ma:contentTypeDescription="Create a new document." ma:contentTypeScope="" ma:versionID="a1d50fb90419390532d99b45a4ed6133">
  <xsd:schema xmlns:xsd="http://www.w3.org/2001/XMLSchema" xmlns:xs="http://www.w3.org/2001/XMLSchema" xmlns:p="http://schemas.microsoft.com/office/2006/metadata/properties" xmlns:ns2="5de708c7-6ebf-4b51-a995-ecc64498b673" xmlns:ns3="f7eaa6df-661f-4604-8cff-c91cf36610a5" targetNamespace="http://schemas.microsoft.com/office/2006/metadata/properties" ma:root="true" ma:fieldsID="68249f772d28c5b9b7979242c3909515" ns2:_="" ns3:_="">
    <xsd:import namespace="5de708c7-6ebf-4b51-a995-ecc64498b673"/>
    <xsd:import namespace="f7eaa6df-661f-4604-8cff-c91cf36610a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708c7-6ebf-4b51-a995-ecc64498b67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f05cd9bb-e26c-4d4d-b542-f947deadef19}" ma:internalName="TaxCatchAll" ma:showField="CatchAllData" ma:web="5de708c7-6ebf-4b51-a995-ecc64498b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eaa6df-661f-4604-8cff-c91cf36610a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0cf11a8-953d-4432-81d3-596c7ca2a3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762F25-420A-4863-BE2B-992F6A74EEF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f7eaa6df-661f-4604-8cff-c91cf36610a5"/>
    <ds:schemaRef ds:uri="5de708c7-6ebf-4b51-a995-ecc64498b67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C86FAAA-ED91-448F-91D3-468D9B3AD3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B89752-7EFD-4A73-B4BA-1D2ED0246E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e708c7-6ebf-4b51-a995-ecc64498b673"/>
    <ds:schemaRef ds:uri="f7eaa6df-661f-4604-8cff-c91cf36610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122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 Egg</dc:creator>
  <cp:keywords>4 Process, 4 Columns, 4 infographics; 4-step process, arrow flow, bullet list layout, business workflow, clean design, color-coded, flat icon, horizontal process, infographic, modern presentation, multi-stage diagram, rounded corners, sequential steps, step-by-step, timeline layout, visual flowchart</cp:keywords>
  <cp:lastModifiedBy>Aqdas Shaikh</cp:lastModifiedBy>
  <cp:revision>10</cp:revision>
  <dcterms:created xsi:type="dcterms:W3CDTF">2023-10-10T05:58:53Z</dcterms:created>
  <dcterms:modified xsi:type="dcterms:W3CDTF">2026-01-03T10:12:57Z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0x0101005DC9A12D594F4146A736B61C75F2A9F0</vt:lpwstr>
  </property>
  <property fmtid="{D5CDD505-2E9C-101B-9397-08002B2CF9AE}" pid="3" name="MediaServiceImageTags">
    <vt:lpwstr/>
  </property>
</Properties>
</file>