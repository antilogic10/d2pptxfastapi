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Research Workflow Optimization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Faster research outcomes are enabled by minimizing delays in collaboration, data sharing, and approvals.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Researchers and institutions should leverage shared laboratories, datasets, and research repositories.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Digital screening, simulations, and early validation improve the accuracy and reliability of scientific results.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documentation and repetitive processes must be automated to allow scientists to focus on innovation.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Discovery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Experiment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Research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Research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bullet_t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money_bill_c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pipet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