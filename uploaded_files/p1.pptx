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Slide title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 1Lorem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 2Lorem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 3Lorem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 4Lorem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 1Lorem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 2Lorem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 3Lorem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 4Lorem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 1Lorem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 2Lorem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 3Lorem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 4Lorem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 1Lorem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 2Lorem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 3Lorem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 4Lorem ipsum dolor sit </a:t>
            </a:r>
            <a:r>
              <a:rPr lang="en-US" sz="1200" dirty="0" err="1"/>
              <a:t>amet</a:t>
            </a:r>
            <a:r>
              <a:rPr lang="en-US" sz="1200"/>
              <a:t>, </a:t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Heading 1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Heading 2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Heading 3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Heading 4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90023A-B898-AD4C-BFFD-3C515C281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E528F0-2F8F-20B3-82D2-09530F29BD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F4DF7D-0565-E0E5-DC75-806CAB69D5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C663559-E94F-5739-C38A-CACAFB478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